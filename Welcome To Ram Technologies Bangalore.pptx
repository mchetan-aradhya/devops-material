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79" r:id="rId9"/>
    <p:sldId id="264" r:id="rId10"/>
    <p:sldId id="273" r:id="rId11"/>
    <p:sldId id="274" r:id="rId12"/>
    <p:sldId id="275" r:id="rId13"/>
    <p:sldId id="266" r:id="rId14"/>
    <p:sldId id="276" r:id="rId15"/>
    <p:sldId id="277" r:id="rId16"/>
    <p:sldId id="269" r:id="rId17"/>
    <p:sldId id="270" r:id="rId18"/>
    <p:sldId id="271" r:id="rId19"/>
    <p:sldId id="272" r:id="rId20"/>
    <p:sldId id="278" r:id="rId21"/>
    <p:sldId id="26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42" d="100"/>
          <a:sy n="42" d="100"/>
        </p:scale>
        <p:origin x="1580"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alibri"/>
              </a:defRPr>
            </a:lvl1pPr>
          </a:lstStyle>
          <a:p>
            <a:pPr lvl="0"/>
            <a:endParaRPr lang="en-IN"/>
          </a:p>
        </p:txBody>
      </p:sp>
      <p:sp>
        <p:nvSpPr>
          <p:cNvPr id="3" name="Date Placeholder 2"/>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alibri"/>
              </a:defRPr>
            </a:lvl1pPr>
          </a:lstStyle>
          <a:p>
            <a:pPr lvl="0"/>
            <a:fld id="{6571AAD0-FEC2-4749-9D65-9C1CC3E7B141}" type="datetime1">
              <a:rPr lang="en-IN"/>
              <a:pPr lvl="0"/>
              <a:t>02-10-2025</a:t>
            </a:fld>
            <a:endParaRPr lang="en-IN"/>
          </a:p>
        </p:txBody>
      </p:sp>
      <p:sp>
        <p:nvSpPr>
          <p:cNvPr id="4" name="Slide Image Placeholder 3"/>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Notes Placeholder 4"/>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alibri"/>
              </a:defRPr>
            </a:lvl1pPr>
          </a:lstStyle>
          <a:p>
            <a:pPr lvl="0"/>
            <a:endParaRPr lang="en-IN"/>
          </a:p>
        </p:txBody>
      </p:sp>
      <p:sp>
        <p:nvSpPr>
          <p:cNvPr id="7" name="Slide Number Placeholder 6"/>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en-IN" sz="1200" b="0" i="0" u="none" strike="noStrike" kern="1200" cap="none" spc="0" baseline="0">
                <a:solidFill>
                  <a:srgbClr val="000000"/>
                </a:solidFill>
                <a:uFillTx/>
                <a:latin typeface="Calibri"/>
              </a:defRPr>
            </a:lvl1pPr>
          </a:lstStyle>
          <a:p>
            <a:pPr lvl="0"/>
            <a:fld id="{54AF8CC6-45A5-40FE-8133-AC6A1C313DE9}" type="slidenum">
              <a:t>‹#›</a:t>
            </a:fld>
            <a:endParaRPr lang="en-IN"/>
          </a:p>
        </p:txBody>
      </p:sp>
    </p:spTree>
    <p:extLst>
      <p:ext uri="{BB962C8B-B14F-4D97-AF65-F5344CB8AC3E}">
        <p14:creationId xmlns:p14="http://schemas.microsoft.com/office/powerpoint/2010/main" val="2060124503"/>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6"/>
          <p:cNvGrpSpPr/>
          <p:nvPr/>
        </p:nvGrpSpPr>
        <p:grpSpPr>
          <a:xfrm>
            <a:off x="-16934" y="0"/>
            <a:ext cx="12231160" cy="6856216"/>
            <a:chOff x="-16934" y="0"/>
            <a:chExt cx="12231160" cy="6856216"/>
          </a:xfrm>
        </p:grpSpPr>
        <p:pic>
          <p:nvPicPr>
            <p:cNvPr id="3" name="Picture 15" descr="HD-PanelTitleR1.png">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0" y="0"/>
              <a:ext cx="12188823" cy="6856216"/>
            </a:xfrm>
            <a:prstGeom prst="rect">
              <a:avLst/>
            </a:prstGeom>
            <a:noFill/>
            <a:ln cap="flat">
              <a:noFill/>
            </a:ln>
          </p:spPr>
        </p:pic>
        <p:sp>
          <p:nvSpPr>
            <p:cNvPr id="4" name="Rectangle 25"/>
            <p:cNvSpPr/>
            <p:nvPr/>
          </p:nvSpPr>
          <p:spPr>
            <a:xfrm>
              <a:off x="2328327" y="1540928"/>
              <a:ext cx="7543800" cy="3835405"/>
            </a:xfrm>
            <a:prstGeom prst="rect">
              <a:avLst/>
            </a:prstGeom>
            <a:noFill/>
            <a:ln w="15873" cap="flat">
              <a:solidFill>
                <a:srgbClr val="83992A"/>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pic>
          <p:nvPicPr>
            <p:cNvPr id="5" name="Picture 16" descr="HDRibbonTitle-UniformTrim.png">
              <a:extLst>
                <a:ext uri="{FF2B5EF4-FFF2-40B4-BE49-F238E27FC236}">
                  <a16:creationId xmlns:a16="http://schemas.microsoft.com/office/drawing/2014/main" id="{00000000-0000-0000-0000-000000000000}"/>
                </a:ext>
              </a:extLst>
            </p:cNvPr>
            <p:cNvPicPr>
              <a:picLocks noChangeAspect="1"/>
            </p:cNvPicPr>
            <p:nvPr/>
          </p:nvPicPr>
          <p:blipFill>
            <a:blip r:embed="rId3"/>
            <a:srcRect/>
            <a:stretch>
              <a:fillRect/>
            </a:stretch>
          </p:blipFill>
          <p:spPr>
            <a:xfrm>
              <a:off x="-16934" y="3147611"/>
              <a:ext cx="2478024" cy="612648"/>
            </a:xfrm>
            <a:prstGeom prst="rect">
              <a:avLst/>
            </a:prstGeom>
            <a:noFill/>
            <a:ln cap="flat">
              <a:noFill/>
            </a:ln>
          </p:spPr>
        </p:pic>
        <p:pic>
          <p:nvPicPr>
            <p:cNvPr id="6" name="Picture 19" descr="HDRibbonTitle-UniformTrim.png">
              <a:extLst>
                <a:ext uri="{FF2B5EF4-FFF2-40B4-BE49-F238E27FC236}">
                  <a16:creationId xmlns:a16="http://schemas.microsoft.com/office/drawing/2014/main" id="{00000000-0000-0000-0000-000000000000}"/>
                </a:ext>
              </a:extLst>
            </p:cNvPr>
            <p:cNvPicPr>
              <a:picLocks noChangeAspect="1"/>
            </p:cNvPicPr>
            <p:nvPr/>
          </p:nvPicPr>
          <p:blipFill>
            <a:blip r:embed="rId3"/>
            <a:srcRect/>
            <a:stretch>
              <a:fillRect/>
            </a:stretch>
          </p:blipFill>
          <p:spPr>
            <a:xfrm>
              <a:off x="9736202" y="3147611"/>
              <a:ext cx="2478024" cy="612648"/>
            </a:xfrm>
            <a:prstGeom prst="rect">
              <a:avLst/>
            </a:prstGeom>
            <a:noFill/>
            <a:ln cap="flat">
              <a:noFill/>
            </a:ln>
          </p:spPr>
        </p:pic>
      </p:grpSp>
      <p:sp>
        <p:nvSpPr>
          <p:cNvPr id="7" name="Title 1"/>
          <p:cNvSpPr txBox="1">
            <a:spLocks noGrp="1"/>
          </p:cNvSpPr>
          <p:nvPr>
            <p:ph type="ctrTitle"/>
          </p:nvPr>
        </p:nvSpPr>
        <p:spPr>
          <a:xfrm>
            <a:off x="2692395" y="1871127"/>
            <a:ext cx="6815672" cy="1515535"/>
          </a:xfrm>
        </p:spPr>
        <p:txBody>
          <a:bodyPr anchor="b">
            <a:noAutofit/>
          </a:bodyPr>
          <a:lstStyle>
            <a:lvl1pPr>
              <a:defRPr sz="5400"/>
            </a:lvl1pPr>
          </a:lstStyle>
          <a:p>
            <a:pPr lvl="0"/>
            <a:r>
              <a:rPr lang="en-US"/>
              <a:t>Click to edit Master title style</a:t>
            </a:r>
          </a:p>
        </p:txBody>
      </p:sp>
      <p:sp>
        <p:nvSpPr>
          <p:cNvPr id="8" name="Subtitle 2"/>
          <p:cNvSpPr txBox="1">
            <a:spLocks noGrp="1"/>
          </p:cNvSpPr>
          <p:nvPr>
            <p:ph type="subTitle" idx="1"/>
          </p:nvPr>
        </p:nvSpPr>
        <p:spPr>
          <a:xfrm>
            <a:off x="2692395" y="3657600"/>
            <a:ext cx="6815672" cy="1320805"/>
          </a:xfrm>
        </p:spPr>
        <p:txBody>
          <a:bodyPr anchorCtr="1"/>
          <a:lstStyle>
            <a:lvl1pPr marL="0" indent="0" algn="ctr">
              <a:spcBef>
                <a:spcPts val="500"/>
              </a:spcBef>
              <a:buNone/>
              <a:defRPr sz="2100">
                <a:solidFill>
                  <a:srgbClr val="000000"/>
                </a:solidFill>
              </a:defRPr>
            </a:lvl1pPr>
          </a:lstStyle>
          <a:p>
            <a:pPr lvl="0"/>
            <a:r>
              <a:rPr lang="en-US"/>
              <a:t>Click to edit Master subtitle style</a:t>
            </a:r>
          </a:p>
        </p:txBody>
      </p:sp>
      <p:sp>
        <p:nvSpPr>
          <p:cNvPr id="9" name="Date Placeholder 3"/>
          <p:cNvSpPr txBox="1">
            <a:spLocks noGrp="1"/>
          </p:cNvSpPr>
          <p:nvPr>
            <p:ph type="dt" sz="half" idx="7"/>
          </p:nvPr>
        </p:nvSpPr>
        <p:spPr>
          <a:xfrm>
            <a:off x="7983233" y="5037667"/>
            <a:ext cx="897465" cy="279404"/>
          </a:xfrm>
        </p:spPr>
        <p:txBody>
          <a:bodyPr/>
          <a:lstStyle>
            <a:lvl1pPr>
              <a:defRPr/>
            </a:lvl1pPr>
          </a:lstStyle>
          <a:p>
            <a:pPr lvl="0"/>
            <a:fld id="{6ABA7F8D-1021-4139-8878-690D572AC964}" type="datetime1">
              <a:rPr lang="en-IN"/>
              <a:pPr lvl="0"/>
              <a:t>02-10-2025</a:t>
            </a:fld>
            <a:endParaRPr lang="en-IN"/>
          </a:p>
        </p:txBody>
      </p:sp>
      <p:sp>
        <p:nvSpPr>
          <p:cNvPr id="10" name="Footer Placeholder 4"/>
          <p:cNvSpPr txBox="1">
            <a:spLocks noGrp="1"/>
          </p:cNvSpPr>
          <p:nvPr>
            <p:ph type="ftr" sz="quarter" idx="9"/>
          </p:nvPr>
        </p:nvSpPr>
        <p:spPr>
          <a:xfrm>
            <a:off x="2692395" y="5037667"/>
            <a:ext cx="5214631" cy="279404"/>
          </a:xfrm>
        </p:spPr>
        <p:txBody>
          <a:bodyPr/>
          <a:lstStyle>
            <a:lvl1pPr>
              <a:defRPr/>
            </a:lvl1pPr>
          </a:lstStyle>
          <a:p>
            <a:pPr lvl="0"/>
            <a:endParaRPr lang="en-IN"/>
          </a:p>
        </p:txBody>
      </p:sp>
      <p:sp>
        <p:nvSpPr>
          <p:cNvPr id="11" name="Slide Number Placeholder 5"/>
          <p:cNvSpPr txBox="1">
            <a:spLocks noGrp="1"/>
          </p:cNvSpPr>
          <p:nvPr>
            <p:ph type="sldNum" sz="quarter" idx="8"/>
          </p:nvPr>
        </p:nvSpPr>
        <p:spPr>
          <a:xfrm>
            <a:off x="8956895" y="5037667"/>
            <a:ext cx="551163" cy="279404"/>
          </a:xfrm>
        </p:spPr>
        <p:txBody>
          <a:bodyPr/>
          <a:lstStyle>
            <a:lvl1pPr>
              <a:defRPr/>
            </a:lvl1pPr>
          </a:lstStyle>
          <a:p>
            <a:pPr lvl="0"/>
            <a:fld id="{C76F19B3-13CC-43FB-8D9C-C31E086A8522}" type="slidenum">
              <a:t>‹#›</a:t>
            </a:fld>
            <a:endParaRPr lang="en-IN"/>
          </a:p>
        </p:txBody>
      </p:sp>
      <p:cxnSp>
        <p:nvCxnSpPr>
          <p:cNvPr id="12" name="Straight Connector 14"/>
          <p:cNvCxnSpPr/>
          <p:nvPr/>
        </p:nvCxnSpPr>
        <p:spPr>
          <a:xfrm>
            <a:off x="2692395" y="3522131"/>
            <a:ext cx="6815673"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42447309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2" name="Straight Connector 6"/>
          <p:cNvCxnSpPr/>
          <p:nvPr/>
        </p:nvCxnSpPr>
        <p:spPr>
          <a:xfrm>
            <a:off x="1396169" y="2421468"/>
            <a:ext cx="9407302" cy="0"/>
          </a:xfrm>
          <a:prstGeom prst="straightConnector1">
            <a:avLst/>
          </a:prstGeom>
          <a:noFill/>
          <a:ln w="15873" cap="flat">
            <a:solidFill>
              <a:srgbClr val="83992A"/>
            </a:solidFill>
            <a:prstDash val="solid"/>
            <a:miter/>
          </a:ln>
        </p:spPr>
      </p:cxnSp>
      <p:sp>
        <p:nvSpPr>
          <p:cNvPr id="3" name="Title 1"/>
          <p:cNvSpPr txBox="1">
            <a:spLocks noGrp="1"/>
          </p:cNvSpPr>
          <p:nvPr>
            <p:ph type="title"/>
          </p:nvPr>
        </p:nvSpPr>
        <p:spPr/>
        <p:txBody>
          <a:bodyPr/>
          <a:lstStyle>
            <a:lvl1pPr>
              <a:defRPr/>
            </a:lvl1pPr>
          </a:lstStyle>
          <a:p>
            <a:pPr lvl="0"/>
            <a:r>
              <a:rPr lang="en-US"/>
              <a:t>Click to edit Master title style</a:t>
            </a:r>
          </a:p>
        </p:txBody>
      </p:sp>
      <p:sp>
        <p:nvSpPr>
          <p:cNvPr id="4" name="Content Placeholder 2"/>
          <p:cNvSpPr txBox="1">
            <a:spLocks noGrp="1"/>
          </p:cNvSpPr>
          <p:nvPr>
            <p:ph idx="1"/>
          </p:nvPr>
        </p:nvSpPr>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txBox="1">
            <a:spLocks noGrp="1"/>
          </p:cNvSpPr>
          <p:nvPr>
            <p:ph type="dt" sz="half" idx="7"/>
          </p:nvPr>
        </p:nvSpPr>
        <p:spPr/>
        <p:txBody>
          <a:bodyPr/>
          <a:lstStyle>
            <a:lvl1pPr>
              <a:defRPr/>
            </a:lvl1pPr>
          </a:lstStyle>
          <a:p>
            <a:pPr lvl="0"/>
            <a:fld id="{BFD10615-4F48-40EF-BB36-A1152399FBDE}" type="datetime1">
              <a:rPr lang="en-IN"/>
              <a:pPr lvl="0"/>
              <a:t>02-10-2025</a:t>
            </a:fld>
            <a:endParaRPr lang="en-IN"/>
          </a:p>
        </p:txBody>
      </p:sp>
      <p:sp>
        <p:nvSpPr>
          <p:cNvPr id="6" name="Footer Placeholder 4"/>
          <p:cNvSpPr txBox="1">
            <a:spLocks noGrp="1"/>
          </p:cNvSpPr>
          <p:nvPr>
            <p:ph type="ftr" sz="quarter" idx="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215F0412-E429-4EA4-86A2-323702B7CA29}" type="slidenum">
              <a:t>‹#›</a:t>
            </a:fld>
            <a:endParaRPr lang="en-IN"/>
          </a:p>
        </p:txBody>
      </p:sp>
    </p:spTree>
    <p:extLst>
      <p:ext uri="{BB962C8B-B14F-4D97-AF65-F5344CB8AC3E}">
        <p14:creationId xmlns:p14="http://schemas.microsoft.com/office/powerpoint/2010/main" val="35844109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txBox="1">
            <a:spLocks noGrp="1"/>
          </p:cNvSpPr>
          <p:nvPr>
            <p:ph type="title"/>
          </p:nvPr>
        </p:nvSpPr>
        <p:spPr>
          <a:xfrm>
            <a:off x="2015072" y="1752603"/>
            <a:ext cx="8158688" cy="1822518"/>
          </a:xfrm>
        </p:spPr>
        <p:txBody>
          <a:bodyPr anchor="b"/>
          <a:lstStyle>
            <a:lvl1pPr>
              <a:defRPr/>
            </a:lvl1pPr>
          </a:lstStyle>
          <a:p>
            <a:pPr lvl="0"/>
            <a:r>
              <a:rPr lang="en-US"/>
              <a:t>Click to edit Master title style</a:t>
            </a:r>
          </a:p>
        </p:txBody>
      </p:sp>
      <p:sp>
        <p:nvSpPr>
          <p:cNvPr id="3" name="Text Placeholder 2"/>
          <p:cNvSpPr txBox="1">
            <a:spLocks noGrp="1"/>
          </p:cNvSpPr>
          <p:nvPr>
            <p:ph type="body" idx="1"/>
          </p:nvPr>
        </p:nvSpPr>
        <p:spPr>
          <a:xfrm>
            <a:off x="2015063" y="3846048"/>
            <a:ext cx="8158688" cy="954551"/>
          </a:xfrm>
        </p:spPr>
        <p:txBody>
          <a:bodyPr anchorCtr="1"/>
          <a:lstStyle>
            <a:lvl1pPr marL="0" indent="0" algn="ctr">
              <a:buNone/>
              <a:defRPr>
                <a:solidFill>
                  <a:srgbClr val="000000"/>
                </a:solidFill>
              </a:defRPr>
            </a:lvl1pPr>
          </a:lstStyle>
          <a:p>
            <a:pPr lvl="0"/>
            <a:r>
              <a:rPr lang="en-US"/>
              <a:t>Edit Master text styles</a:t>
            </a:r>
          </a:p>
        </p:txBody>
      </p:sp>
      <p:sp>
        <p:nvSpPr>
          <p:cNvPr id="4" name="Date Placeholder 3"/>
          <p:cNvSpPr txBox="1">
            <a:spLocks noGrp="1"/>
          </p:cNvSpPr>
          <p:nvPr>
            <p:ph type="dt" sz="half" idx="7"/>
          </p:nvPr>
        </p:nvSpPr>
        <p:spPr/>
        <p:txBody>
          <a:bodyPr/>
          <a:lstStyle>
            <a:lvl1pPr>
              <a:defRPr/>
            </a:lvl1pPr>
          </a:lstStyle>
          <a:p>
            <a:pPr lvl="0"/>
            <a:fld id="{EC9526C0-B1C7-4E50-BB19-0FAFE0746885}" type="datetime1">
              <a:rPr lang="en-IN"/>
              <a:pPr lvl="0"/>
              <a:t>02-10-2025</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41F97D93-FDB6-4CE9-BD60-40E57A0562CC}" type="slidenum">
              <a:t>‹#›</a:t>
            </a:fld>
            <a:endParaRPr lang="en-IN"/>
          </a:p>
        </p:txBody>
      </p:sp>
      <p:cxnSp>
        <p:nvCxnSpPr>
          <p:cNvPr id="7" name="Straight Connector 15"/>
          <p:cNvCxnSpPr/>
          <p:nvPr/>
        </p:nvCxnSpPr>
        <p:spPr>
          <a:xfrm>
            <a:off x="2012722" y="3710589"/>
            <a:ext cx="8163379"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14832046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2" name="Straight Connector 7"/>
          <p:cNvCxnSpPr/>
          <p:nvPr/>
        </p:nvCxnSpPr>
        <p:spPr>
          <a:xfrm>
            <a:off x="1396169" y="2421468"/>
            <a:ext cx="9407302" cy="0"/>
          </a:xfrm>
          <a:prstGeom prst="straightConnector1">
            <a:avLst/>
          </a:prstGeom>
          <a:noFill/>
          <a:ln w="15873" cap="flat">
            <a:solidFill>
              <a:srgbClr val="83992A"/>
            </a:solidFill>
            <a:prstDash val="solid"/>
            <a:miter/>
          </a:ln>
        </p:spPr>
      </p:cxnSp>
      <p:sp>
        <p:nvSpPr>
          <p:cNvPr id="3" name="Title 1"/>
          <p:cNvSpPr txBox="1">
            <a:spLocks noGrp="1"/>
          </p:cNvSpPr>
          <p:nvPr>
            <p:ph type="title"/>
          </p:nvPr>
        </p:nvSpPr>
        <p:spPr/>
        <p:txBody>
          <a:bodyPr/>
          <a:lstStyle>
            <a:lvl1pPr>
              <a:defRPr/>
            </a:lvl1pPr>
          </a:lstStyle>
          <a:p>
            <a:pPr lvl="0"/>
            <a:r>
              <a:rPr lang="en-US"/>
              <a:t>Click to edit Master title style</a:t>
            </a:r>
          </a:p>
        </p:txBody>
      </p:sp>
      <p:sp>
        <p:nvSpPr>
          <p:cNvPr id="4" name="Content Placeholder 2"/>
          <p:cNvSpPr txBox="1">
            <a:spLocks noGrp="1"/>
          </p:cNvSpPr>
          <p:nvPr>
            <p:ph idx="1"/>
          </p:nvPr>
        </p:nvSpPr>
        <p:spPr>
          <a:xfrm>
            <a:off x="1298448" y="2560320"/>
            <a:ext cx="4718303" cy="3310128"/>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p:cNvSpPr txBox="1">
            <a:spLocks noGrp="1"/>
          </p:cNvSpPr>
          <p:nvPr>
            <p:ph idx="2"/>
          </p:nvPr>
        </p:nvSpPr>
        <p:spPr>
          <a:xfrm>
            <a:off x="6181344" y="2560320"/>
            <a:ext cx="4718303" cy="3310128"/>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txBox="1">
            <a:spLocks noGrp="1"/>
          </p:cNvSpPr>
          <p:nvPr>
            <p:ph type="dt" sz="half" idx="7"/>
          </p:nvPr>
        </p:nvSpPr>
        <p:spPr/>
        <p:txBody>
          <a:bodyPr/>
          <a:lstStyle>
            <a:lvl1pPr>
              <a:defRPr/>
            </a:lvl1pPr>
          </a:lstStyle>
          <a:p>
            <a:pPr lvl="0"/>
            <a:fld id="{92A1DA9F-B538-4CF7-817C-8F890B4D426C}" type="datetime1">
              <a:rPr lang="en-IN"/>
              <a:pPr lvl="0"/>
              <a:t>02-10-2025</a:t>
            </a:fld>
            <a:endParaRPr lang="en-IN"/>
          </a:p>
        </p:txBody>
      </p:sp>
      <p:sp>
        <p:nvSpPr>
          <p:cNvPr id="7" name="Footer Placeholder 5"/>
          <p:cNvSpPr txBox="1">
            <a:spLocks noGrp="1"/>
          </p:cNvSpPr>
          <p:nvPr>
            <p:ph type="ftr" sz="quarter" idx="9"/>
          </p:nvPr>
        </p:nvSpPr>
        <p:spPr/>
        <p:txBody>
          <a:bodyPr/>
          <a:lstStyle>
            <a:lvl1pPr>
              <a:defRPr/>
            </a:lvl1pPr>
          </a:lstStyle>
          <a:p>
            <a:pPr lvl="0"/>
            <a:endParaRPr lang="en-IN"/>
          </a:p>
        </p:txBody>
      </p:sp>
      <p:sp>
        <p:nvSpPr>
          <p:cNvPr id="8" name="Slide Number Placeholder 6"/>
          <p:cNvSpPr txBox="1">
            <a:spLocks noGrp="1"/>
          </p:cNvSpPr>
          <p:nvPr>
            <p:ph type="sldNum" sz="quarter" idx="8"/>
          </p:nvPr>
        </p:nvSpPr>
        <p:spPr/>
        <p:txBody>
          <a:bodyPr/>
          <a:lstStyle>
            <a:lvl1pPr>
              <a:defRPr/>
            </a:lvl1pPr>
          </a:lstStyle>
          <a:p>
            <a:pPr lvl="0"/>
            <a:fld id="{0CB24ABD-77FE-4AF3-94D2-BFC5F27E4780}" type="slidenum">
              <a:t>‹#›</a:t>
            </a:fld>
            <a:endParaRPr lang="en-IN"/>
          </a:p>
        </p:txBody>
      </p:sp>
    </p:spTree>
    <p:extLst>
      <p:ext uri="{BB962C8B-B14F-4D97-AF65-F5344CB8AC3E}">
        <p14:creationId xmlns:p14="http://schemas.microsoft.com/office/powerpoint/2010/main" val="25343309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Text Placeholder 2"/>
          <p:cNvSpPr txBox="1">
            <a:spLocks noGrp="1"/>
          </p:cNvSpPr>
          <p:nvPr>
            <p:ph type="body" idx="1"/>
          </p:nvPr>
        </p:nvSpPr>
        <p:spPr>
          <a:xfrm>
            <a:off x="1295403" y="2658535"/>
            <a:ext cx="4718303" cy="576264"/>
          </a:xfrm>
        </p:spPr>
        <p:txBody>
          <a:bodyPr anchor="b">
            <a:noAutofit/>
          </a:bodyPr>
          <a:lstStyle>
            <a:lvl1pPr marL="0" indent="0">
              <a:spcBef>
                <a:spcPts val="670"/>
              </a:spcBef>
              <a:buNone/>
              <a:defRPr sz="2800">
                <a:solidFill>
                  <a:srgbClr val="83992A"/>
                </a:solidFill>
              </a:defRPr>
            </a:lvl1pPr>
          </a:lstStyle>
          <a:p>
            <a:pPr lvl="0"/>
            <a:r>
              <a:rPr lang="en-US"/>
              <a:t>Edit Master text styles</a:t>
            </a:r>
          </a:p>
        </p:txBody>
      </p:sp>
      <p:sp>
        <p:nvSpPr>
          <p:cNvPr id="4" name="Content Placeholder 3"/>
          <p:cNvSpPr txBox="1">
            <a:spLocks noGrp="1"/>
          </p:cNvSpPr>
          <p:nvPr>
            <p:ph idx="2"/>
          </p:nvPr>
        </p:nvSpPr>
        <p:spPr>
          <a:xfrm>
            <a:off x="1295403" y="3243257"/>
            <a:ext cx="4718303" cy="263260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txBox="1">
            <a:spLocks noGrp="1"/>
          </p:cNvSpPr>
          <p:nvPr>
            <p:ph type="body" idx="3"/>
          </p:nvPr>
        </p:nvSpPr>
        <p:spPr>
          <a:xfrm>
            <a:off x="6180667" y="2658535"/>
            <a:ext cx="4718303" cy="576264"/>
          </a:xfrm>
        </p:spPr>
        <p:txBody>
          <a:bodyPr anchor="b">
            <a:noAutofit/>
          </a:bodyPr>
          <a:lstStyle>
            <a:lvl1pPr marL="0" indent="0">
              <a:spcBef>
                <a:spcPts val="670"/>
              </a:spcBef>
              <a:buNone/>
              <a:defRPr sz="2800">
                <a:solidFill>
                  <a:srgbClr val="83992A"/>
                </a:solidFill>
              </a:defRPr>
            </a:lvl1pPr>
          </a:lstStyle>
          <a:p>
            <a:pPr lvl="0"/>
            <a:r>
              <a:rPr lang="en-US"/>
              <a:t>Edit Master text styles</a:t>
            </a:r>
          </a:p>
        </p:txBody>
      </p:sp>
      <p:sp>
        <p:nvSpPr>
          <p:cNvPr id="6" name="Content Placeholder 5"/>
          <p:cNvSpPr txBox="1">
            <a:spLocks noGrp="1"/>
          </p:cNvSpPr>
          <p:nvPr>
            <p:ph idx="4"/>
          </p:nvPr>
        </p:nvSpPr>
        <p:spPr>
          <a:xfrm>
            <a:off x="6180667" y="3243257"/>
            <a:ext cx="4718303" cy="2632603"/>
          </a:xfrm>
        </p:spPr>
        <p:txBody>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txBox="1">
            <a:spLocks noGrp="1"/>
          </p:cNvSpPr>
          <p:nvPr>
            <p:ph type="dt" sz="half" idx="7"/>
          </p:nvPr>
        </p:nvSpPr>
        <p:spPr/>
        <p:txBody>
          <a:bodyPr/>
          <a:lstStyle>
            <a:lvl1pPr>
              <a:defRPr/>
            </a:lvl1pPr>
          </a:lstStyle>
          <a:p>
            <a:pPr lvl="0"/>
            <a:fld id="{71463500-E79A-4589-93E1-B9DC2CB4C7CB}" type="datetime1">
              <a:rPr lang="en-IN"/>
              <a:pPr lvl="0"/>
              <a:t>02-10-2025</a:t>
            </a:fld>
            <a:endParaRPr lang="en-IN"/>
          </a:p>
        </p:txBody>
      </p:sp>
      <p:sp>
        <p:nvSpPr>
          <p:cNvPr id="8" name="Footer Placeholder 7"/>
          <p:cNvSpPr txBox="1">
            <a:spLocks noGrp="1"/>
          </p:cNvSpPr>
          <p:nvPr>
            <p:ph type="ftr" sz="quarter" idx="9"/>
          </p:nvPr>
        </p:nvSpPr>
        <p:spPr/>
        <p:txBody>
          <a:bodyPr/>
          <a:lstStyle>
            <a:lvl1pPr>
              <a:defRPr/>
            </a:lvl1pPr>
          </a:lstStyle>
          <a:p>
            <a:pPr lvl="0"/>
            <a:endParaRPr lang="en-IN"/>
          </a:p>
        </p:txBody>
      </p:sp>
      <p:sp>
        <p:nvSpPr>
          <p:cNvPr id="9" name="Slide Number Placeholder 8"/>
          <p:cNvSpPr txBox="1">
            <a:spLocks noGrp="1"/>
          </p:cNvSpPr>
          <p:nvPr>
            <p:ph type="sldNum" sz="quarter" idx="8"/>
          </p:nvPr>
        </p:nvSpPr>
        <p:spPr/>
        <p:txBody>
          <a:bodyPr/>
          <a:lstStyle>
            <a:lvl1pPr>
              <a:defRPr/>
            </a:lvl1pPr>
          </a:lstStyle>
          <a:p>
            <a:pPr lvl="0"/>
            <a:fld id="{C0D374C3-8AE2-4AA5-A7C5-B004C660C821}" type="slidenum">
              <a:t>‹#›</a:t>
            </a:fld>
            <a:endParaRPr lang="en-IN"/>
          </a:p>
        </p:txBody>
      </p:sp>
      <p:cxnSp>
        <p:nvCxnSpPr>
          <p:cNvPr id="10" name="Straight Connector 17"/>
          <p:cNvCxnSpPr/>
          <p:nvPr/>
        </p:nvCxnSpPr>
        <p:spPr>
          <a:xfrm>
            <a:off x="1396169" y="2421468"/>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32153412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Date Placeholder 2"/>
          <p:cNvSpPr txBox="1">
            <a:spLocks noGrp="1"/>
          </p:cNvSpPr>
          <p:nvPr>
            <p:ph type="dt" sz="half" idx="7"/>
          </p:nvPr>
        </p:nvSpPr>
        <p:spPr/>
        <p:txBody>
          <a:bodyPr/>
          <a:lstStyle>
            <a:lvl1pPr>
              <a:defRPr/>
            </a:lvl1pPr>
          </a:lstStyle>
          <a:p>
            <a:pPr lvl="0"/>
            <a:fld id="{06998078-B26C-4EE7-A1A4-747BA5C3A526}" type="datetime1">
              <a:rPr lang="en-IN"/>
              <a:pPr lvl="0"/>
              <a:t>02-10-2025</a:t>
            </a:fld>
            <a:endParaRPr lang="en-IN"/>
          </a:p>
        </p:txBody>
      </p:sp>
      <p:sp>
        <p:nvSpPr>
          <p:cNvPr id="4" name="Footer Placeholder 3"/>
          <p:cNvSpPr txBox="1">
            <a:spLocks noGrp="1"/>
          </p:cNvSpPr>
          <p:nvPr>
            <p:ph type="ftr" sz="quarter" idx="9"/>
          </p:nvPr>
        </p:nvSpPr>
        <p:spPr/>
        <p:txBody>
          <a:bodyPr/>
          <a:lstStyle>
            <a:lvl1pPr>
              <a:defRPr/>
            </a:lvl1pPr>
          </a:lstStyle>
          <a:p>
            <a:pPr lvl="0"/>
            <a:endParaRPr lang="en-IN"/>
          </a:p>
        </p:txBody>
      </p:sp>
      <p:sp>
        <p:nvSpPr>
          <p:cNvPr id="5" name="Slide Number Placeholder 4"/>
          <p:cNvSpPr txBox="1">
            <a:spLocks noGrp="1"/>
          </p:cNvSpPr>
          <p:nvPr>
            <p:ph type="sldNum" sz="quarter" idx="8"/>
          </p:nvPr>
        </p:nvSpPr>
        <p:spPr/>
        <p:txBody>
          <a:bodyPr/>
          <a:lstStyle>
            <a:lvl1pPr>
              <a:defRPr/>
            </a:lvl1pPr>
          </a:lstStyle>
          <a:p>
            <a:pPr lvl="0"/>
            <a:fld id="{C231CC86-151E-425B-B39D-69590D1BB5AD}" type="slidenum">
              <a:t>‹#›</a:t>
            </a:fld>
            <a:endParaRPr lang="en-IN"/>
          </a:p>
        </p:txBody>
      </p:sp>
      <p:cxnSp>
        <p:nvCxnSpPr>
          <p:cNvPr id="6" name="Straight Connector 13"/>
          <p:cNvCxnSpPr/>
          <p:nvPr/>
        </p:nvCxnSpPr>
        <p:spPr>
          <a:xfrm>
            <a:off x="1396169" y="2421468"/>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2398589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txBox="1">
            <a:spLocks noGrp="1"/>
          </p:cNvSpPr>
          <p:nvPr>
            <p:ph type="dt" sz="half" idx="7"/>
          </p:nvPr>
        </p:nvSpPr>
        <p:spPr/>
        <p:txBody>
          <a:bodyPr/>
          <a:lstStyle>
            <a:lvl1pPr>
              <a:defRPr/>
            </a:lvl1pPr>
          </a:lstStyle>
          <a:p>
            <a:pPr lvl="0"/>
            <a:fld id="{941533EE-95E6-4188-9DFB-BF2234C8EC7C}" type="datetime1">
              <a:rPr lang="en-IN"/>
              <a:pPr lvl="0"/>
              <a:t>02-10-2025</a:t>
            </a:fld>
            <a:endParaRPr lang="en-IN"/>
          </a:p>
        </p:txBody>
      </p:sp>
      <p:sp>
        <p:nvSpPr>
          <p:cNvPr id="3" name="Footer Placeholder 2"/>
          <p:cNvSpPr txBox="1">
            <a:spLocks noGrp="1"/>
          </p:cNvSpPr>
          <p:nvPr>
            <p:ph type="ftr" sz="quarter" idx="9"/>
          </p:nvPr>
        </p:nvSpPr>
        <p:spPr/>
        <p:txBody>
          <a:bodyPr/>
          <a:lstStyle>
            <a:lvl1pPr>
              <a:defRPr/>
            </a:lvl1pPr>
          </a:lstStyle>
          <a:p>
            <a:pPr lvl="0"/>
            <a:endParaRPr lang="en-IN"/>
          </a:p>
        </p:txBody>
      </p:sp>
      <p:sp>
        <p:nvSpPr>
          <p:cNvPr id="4" name="Slide Number Placeholder 3"/>
          <p:cNvSpPr txBox="1">
            <a:spLocks noGrp="1"/>
          </p:cNvSpPr>
          <p:nvPr>
            <p:ph type="sldNum" sz="quarter" idx="8"/>
          </p:nvPr>
        </p:nvSpPr>
        <p:spPr/>
        <p:txBody>
          <a:bodyPr/>
          <a:lstStyle>
            <a:lvl1pPr>
              <a:defRPr/>
            </a:lvl1pPr>
          </a:lstStyle>
          <a:p>
            <a:pPr lvl="0"/>
            <a:fld id="{4B6C8521-B471-4240-A2AA-B293AB850D31}" type="slidenum">
              <a:t>‹#›</a:t>
            </a:fld>
            <a:endParaRPr lang="en-IN"/>
          </a:p>
        </p:txBody>
      </p:sp>
    </p:spTree>
    <p:extLst>
      <p:ext uri="{BB962C8B-B14F-4D97-AF65-F5344CB8AC3E}">
        <p14:creationId xmlns:p14="http://schemas.microsoft.com/office/powerpoint/2010/main" val="32731485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293811" y="1388534"/>
            <a:ext cx="3718453" cy="1371600"/>
          </a:xfrm>
        </p:spPr>
        <p:txBody>
          <a:bodyPr anchor="b"/>
          <a:lstStyle>
            <a:lvl1pPr>
              <a:defRPr sz="2400"/>
            </a:lvl1pPr>
          </a:lstStyle>
          <a:p>
            <a:pPr lvl="0"/>
            <a:r>
              <a:rPr lang="en-US"/>
              <a:t>Click to edit Master title style</a:t>
            </a:r>
          </a:p>
        </p:txBody>
      </p:sp>
      <p:sp>
        <p:nvSpPr>
          <p:cNvPr id="3" name="Content Placeholder 2"/>
          <p:cNvSpPr txBox="1">
            <a:spLocks noGrp="1"/>
          </p:cNvSpPr>
          <p:nvPr>
            <p:ph idx="1"/>
          </p:nvPr>
        </p:nvSpPr>
        <p:spPr>
          <a:xfrm>
            <a:off x="5418670" y="982129"/>
            <a:ext cx="5469465" cy="4893731"/>
          </a:xfrm>
        </p:spPr>
        <p:txBody>
          <a:bodyPr anchor="ct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txBox="1">
            <a:spLocks noGrp="1"/>
          </p:cNvSpPr>
          <p:nvPr>
            <p:ph type="body" idx="2"/>
          </p:nvPr>
        </p:nvSpPr>
        <p:spPr>
          <a:xfrm>
            <a:off x="1293811" y="3031062"/>
            <a:ext cx="3718453" cy="2438403"/>
          </a:xfrm>
        </p:spPr>
        <p:txBody>
          <a:bodyPr anchorCtr="1"/>
          <a:lstStyle>
            <a:lvl1pPr marL="0" indent="0" algn="ctr">
              <a:spcBef>
                <a:spcPts val="400"/>
              </a:spcBef>
              <a:buNone/>
              <a:defRPr sz="1600"/>
            </a:lvl1pPr>
          </a:lstStyle>
          <a:p>
            <a:pPr lvl="0"/>
            <a:r>
              <a:rPr lang="en-US"/>
              <a:t>Edit Master text styles</a:t>
            </a:r>
          </a:p>
        </p:txBody>
      </p:sp>
      <p:sp>
        <p:nvSpPr>
          <p:cNvPr id="5" name="Date Placeholder 4"/>
          <p:cNvSpPr txBox="1">
            <a:spLocks noGrp="1"/>
          </p:cNvSpPr>
          <p:nvPr>
            <p:ph type="dt" sz="half" idx="7"/>
          </p:nvPr>
        </p:nvSpPr>
        <p:spPr/>
        <p:txBody>
          <a:bodyPr/>
          <a:lstStyle>
            <a:lvl1pPr>
              <a:defRPr/>
            </a:lvl1pPr>
          </a:lstStyle>
          <a:p>
            <a:pPr lvl="0"/>
            <a:fld id="{35AD5BD8-790E-4F15-9F76-255562044849}" type="datetime1">
              <a:rPr lang="en-IN"/>
              <a:pPr lvl="0"/>
              <a:t>02-10-2025</a:t>
            </a:fld>
            <a:endParaRPr lang="en-IN"/>
          </a:p>
        </p:txBody>
      </p:sp>
      <p:sp>
        <p:nvSpPr>
          <p:cNvPr id="6" name="Footer Placeholder 5"/>
          <p:cNvSpPr txBox="1">
            <a:spLocks noGrp="1"/>
          </p:cNvSpPr>
          <p:nvPr>
            <p:ph type="ftr" sz="quarter" idx="9"/>
          </p:nvPr>
        </p:nvSpPr>
        <p:spPr/>
        <p:txBody>
          <a:bodyPr/>
          <a:lstStyle>
            <a:lvl1pPr>
              <a:defRPr/>
            </a:lvl1pPr>
          </a:lstStyle>
          <a:p>
            <a:pPr lvl="0"/>
            <a:endParaRPr lang="en-IN"/>
          </a:p>
        </p:txBody>
      </p:sp>
      <p:sp>
        <p:nvSpPr>
          <p:cNvPr id="7" name="Slide Number Placeholder 6"/>
          <p:cNvSpPr txBox="1">
            <a:spLocks noGrp="1"/>
          </p:cNvSpPr>
          <p:nvPr>
            <p:ph type="sldNum" sz="quarter" idx="8"/>
          </p:nvPr>
        </p:nvSpPr>
        <p:spPr/>
        <p:txBody>
          <a:bodyPr/>
          <a:lstStyle>
            <a:lvl1pPr>
              <a:defRPr/>
            </a:lvl1pPr>
          </a:lstStyle>
          <a:p>
            <a:pPr lvl="0"/>
            <a:fld id="{27A2A8F8-0753-4469-8D10-A06B61F63A5C}" type="slidenum">
              <a:t>‹#›</a:t>
            </a:fld>
            <a:endParaRPr lang="en-IN"/>
          </a:p>
        </p:txBody>
      </p:sp>
      <p:cxnSp>
        <p:nvCxnSpPr>
          <p:cNvPr id="8" name="Straight Connector 15"/>
          <p:cNvCxnSpPr/>
          <p:nvPr/>
        </p:nvCxnSpPr>
        <p:spPr>
          <a:xfrm>
            <a:off x="1396169" y="2912528"/>
            <a:ext cx="3514497"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4492873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1883828"/>
            <a:ext cx="6241813" cy="1371600"/>
          </a:xfrm>
        </p:spPr>
        <p:txBody>
          <a:bodyPr anchor="b"/>
          <a:lstStyle>
            <a:lvl1pPr>
              <a:defRPr sz="2800"/>
            </a:lvl1pPr>
          </a:lstStyle>
          <a:p>
            <a:pPr lvl="0"/>
            <a:r>
              <a:rPr lang="en-US"/>
              <a:t>Click to edit Master title style</a:t>
            </a:r>
          </a:p>
        </p:txBody>
      </p:sp>
      <p:sp>
        <p:nvSpPr>
          <p:cNvPr id="3" name="Picture Placeholder 2"/>
          <p:cNvSpPr txBox="1">
            <a:spLocks noGrp="1"/>
          </p:cNvSpPr>
          <p:nvPr>
            <p:ph type="pic" idx="1"/>
          </p:nvPr>
        </p:nvSpPr>
        <p:spPr>
          <a:xfrm>
            <a:off x="8094826" y="1041401"/>
            <a:ext cx="3063349" cy="4775197"/>
          </a:xfrm>
          <a:ln w="57150">
            <a:solidFill>
              <a:srgbClr val="7F7F7F"/>
            </a:solidFill>
            <a:prstDash val="solid"/>
            <a:miter/>
          </a:ln>
        </p:spPr>
        <p:txBody>
          <a:bodyPr anchorCtr="1"/>
          <a:lstStyle>
            <a:lvl1pPr marL="0" indent="0" algn="ctr">
              <a:spcBef>
                <a:spcPts val="400"/>
              </a:spcBef>
              <a:buNone/>
              <a:defRPr sz="1600"/>
            </a:lvl1pPr>
          </a:lstStyle>
          <a:p>
            <a:pPr lvl="0"/>
            <a:r>
              <a:rPr lang="en-US"/>
              <a:t>Click icon to add picture</a:t>
            </a:r>
          </a:p>
        </p:txBody>
      </p:sp>
      <p:sp>
        <p:nvSpPr>
          <p:cNvPr id="4" name="Text Placeholder 3"/>
          <p:cNvSpPr txBox="1">
            <a:spLocks noGrp="1"/>
          </p:cNvSpPr>
          <p:nvPr>
            <p:ph type="body" idx="2"/>
          </p:nvPr>
        </p:nvSpPr>
        <p:spPr>
          <a:xfrm>
            <a:off x="1295403" y="3255428"/>
            <a:ext cx="6241813" cy="1828800"/>
          </a:xfrm>
        </p:spPr>
        <p:txBody>
          <a:bodyPr anchorCtr="1"/>
          <a:lstStyle>
            <a:lvl1pPr marL="0" indent="0" algn="ctr">
              <a:spcBef>
                <a:spcPts val="400"/>
              </a:spcBef>
              <a:buNone/>
              <a:defRPr sz="1800"/>
            </a:lvl1pPr>
          </a:lstStyle>
          <a:p>
            <a:pPr lvl="0"/>
            <a:r>
              <a:rPr lang="en-US"/>
              <a:t>Edit Master text styles</a:t>
            </a:r>
          </a:p>
        </p:txBody>
      </p:sp>
      <p:sp>
        <p:nvSpPr>
          <p:cNvPr id="5" name="Date Placeholder 4"/>
          <p:cNvSpPr txBox="1">
            <a:spLocks noGrp="1"/>
          </p:cNvSpPr>
          <p:nvPr>
            <p:ph type="dt" sz="half" idx="7"/>
          </p:nvPr>
        </p:nvSpPr>
        <p:spPr/>
        <p:txBody>
          <a:bodyPr/>
          <a:lstStyle>
            <a:lvl1pPr>
              <a:defRPr/>
            </a:lvl1pPr>
          </a:lstStyle>
          <a:p>
            <a:pPr lvl="0"/>
            <a:fld id="{DA6A8570-9783-47F2-BD6F-E1438184AC79}" type="datetime1">
              <a:rPr lang="en-IN"/>
              <a:pPr lvl="0"/>
              <a:t>02-10-2025</a:t>
            </a:fld>
            <a:endParaRPr lang="en-IN"/>
          </a:p>
        </p:txBody>
      </p:sp>
      <p:sp>
        <p:nvSpPr>
          <p:cNvPr id="6" name="Footer Placeholder 5"/>
          <p:cNvSpPr txBox="1">
            <a:spLocks noGrp="1"/>
          </p:cNvSpPr>
          <p:nvPr>
            <p:ph type="ftr" sz="quarter" idx="9"/>
          </p:nvPr>
        </p:nvSpPr>
        <p:spPr/>
        <p:txBody>
          <a:bodyPr/>
          <a:lstStyle>
            <a:lvl1pPr>
              <a:defRPr/>
            </a:lvl1pPr>
          </a:lstStyle>
          <a:p>
            <a:pPr lvl="0"/>
            <a:endParaRPr lang="en-IN"/>
          </a:p>
        </p:txBody>
      </p:sp>
      <p:sp>
        <p:nvSpPr>
          <p:cNvPr id="7" name="Slide Number Placeholder 6"/>
          <p:cNvSpPr txBox="1">
            <a:spLocks noGrp="1"/>
          </p:cNvSpPr>
          <p:nvPr>
            <p:ph type="sldNum" sz="quarter" idx="8"/>
          </p:nvPr>
        </p:nvSpPr>
        <p:spPr/>
        <p:txBody>
          <a:bodyPr/>
          <a:lstStyle>
            <a:lvl1pPr>
              <a:defRPr/>
            </a:lvl1pPr>
          </a:lstStyle>
          <a:p>
            <a:pPr lvl="0"/>
            <a:fld id="{AC566408-6CCF-42FF-93B9-E937A749487E}" type="slidenum">
              <a:t>‹#›</a:t>
            </a:fld>
            <a:endParaRPr lang="en-IN"/>
          </a:p>
        </p:txBody>
      </p:sp>
    </p:spTree>
    <p:extLst>
      <p:ext uri="{BB962C8B-B14F-4D97-AF65-F5344CB8AC3E}">
        <p14:creationId xmlns:p14="http://schemas.microsoft.com/office/powerpoint/2010/main" val="10072304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4815413"/>
            <a:ext cx="9609667" cy="566735"/>
          </a:xfrm>
        </p:spPr>
        <p:txBody>
          <a:bodyPr anchor="b"/>
          <a:lstStyle>
            <a:lvl1pPr>
              <a:defRPr sz="2400"/>
            </a:lvl1pPr>
          </a:lstStyle>
          <a:p>
            <a:pPr lvl="0"/>
            <a:r>
              <a:rPr lang="en-US"/>
              <a:t>Click to edit Master title style</a:t>
            </a:r>
          </a:p>
        </p:txBody>
      </p:sp>
      <p:sp>
        <p:nvSpPr>
          <p:cNvPr id="3" name="Picture Placeholder 2"/>
          <p:cNvSpPr txBox="1">
            <a:spLocks noGrp="1"/>
          </p:cNvSpPr>
          <p:nvPr>
            <p:ph type="pic" idx="4294967295"/>
          </p:nvPr>
        </p:nvSpPr>
        <p:spPr>
          <a:xfrm>
            <a:off x="1041428" y="1041401"/>
            <a:ext cx="10105976" cy="3335868"/>
          </a:xfrm>
          <a:ln w="57150">
            <a:solidFill>
              <a:srgbClr val="7F7F7F"/>
            </a:solidFill>
            <a:prstDash val="solid"/>
            <a:miter/>
          </a:ln>
        </p:spPr>
        <p:txBody>
          <a:bodyPr anchorCtr="1"/>
          <a:lstStyle>
            <a:lvl1pPr marL="0" indent="0" algn="ctr">
              <a:spcBef>
                <a:spcPts val="400"/>
              </a:spcBef>
              <a:buNone/>
              <a:defRPr sz="1600"/>
            </a:lvl1pPr>
          </a:lstStyle>
          <a:p>
            <a:pPr lvl="0"/>
            <a:r>
              <a:rPr lang="en-US"/>
              <a:t>Click icon to add picture</a:t>
            </a:r>
          </a:p>
        </p:txBody>
      </p:sp>
      <p:sp>
        <p:nvSpPr>
          <p:cNvPr id="4" name="Text Placeholder 3"/>
          <p:cNvSpPr txBox="1">
            <a:spLocks noGrp="1"/>
          </p:cNvSpPr>
          <p:nvPr>
            <p:ph type="body" idx="4294967295"/>
          </p:nvPr>
        </p:nvSpPr>
        <p:spPr>
          <a:xfrm>
            <a:off x="1295403" y="5382149"/>
            <a:ext cx="9609667" cy="493711"/>
          </a:xfrm>
        </p:spPr>
        <p:txBody>
          <a:bodyPr anchorCtr="1"/>
          <a:lstStyle>
            <a:lvl1pPr marL="0" indent="0" algn="ctr">
              <a:spcBef>
                <a:spcPts val="300"/>
              </a:spcBef>
              <a:buNone/>
              <a:defRPr sz="1400"/>
            </a:lvl1pPr>
          </a:lstStyle>
          <a:p>
            <a:pPr lvl="0"/>
            <a:r>
              <a:rPr lang="en-US"/>
              <a:t>Edit Master text styles</a:t>
            </a:r>
          </a:p>
        </p:txBody>
      </p:sp>
      <p:sp>
        <p:nvSpPr>
          <p:cNvPr id="5" name="Date Placeholder 4"/>
          <p:cNvSpPr txBox="1">
            <a:spLocks noGrp="1"/>
          </p:cNvSpPr>
          <p:nvPr>
            <p:ph type="dt" sz="half" idx="7"/>
          </p:nvPr>
        </p:nvSpPr>
        <p:spPr/>
        <p:txBody>
          <a:bodyPr/>
          <a:lstStyle>
            <a:lvl1pPr>
              <a:defRPr/>
            </a:lvl1pPr>
          </a:lstStyle>
          <a:p>
            <a:pPr lvl="0"/>
            <a:fld id="{152EE4B6-2896-4A42-B8CB-DC963DEFD712}" type="datetime1">
              <a:rPr lang="en-IN"/>
              <a:pPr lvl="0"/>
              <a:t>02-10-2025</a:t>
            </a:fld>
            <a:endParaRPr lang="en-IN"/>
          </a:p>
        </p:txBody>
      </p:sp>
      <p:sp>
        <p:nvSpPr>
          <p:cNvPr id="6" name="Footer Placeholder 5"/>
          <p:cNvSpPr txBox="1">
            <a:spLocks noGrp="1"/>
          </p:cNvSpPr>
          <p:nvPr>
            <p:ph type="ftr" sz="quarter" idx="9"/>
          </p:nvPr>
        </p:nvSpPr>
        <p:spPr/>
        <p:txBody>
          <a:bodyPr/>
          <a:lstStyle>
            <a:lvl1pPr>
              <a:defRPr/>
            </a:lvl1pPr>
          </a:lstStyle>
          <a:p>
            <a:pPr lvl="0"/>
            <a:endParaRPr lang="en-IN"/>
          </a:p>
        </p:txBody>
      </p:sp>
      <p:sp>
        <p:nvSpPr>
          <p:cNvPr id="7" name="Slide Number Placeholder 6"/>
          <p:cNvSpPr txBox="1">
            <a:spLocks noGrp="1"/>
          </p:cNvSpPr>
          <p:nvPr>
            <p:ph type="sldNum" sz="quarter" idx="8"/>
          </p:nvPr>
        </p:nvSpPr>
        <p:spPr/>
        <p:txBody>
          <a:bodyPr/>
          <a:lstStyle>
            <a:lvl1pPr>
              <a:defRPr/>
            </a:lvl1pPr>
          </a:lstStyle>
          <a:p>
            <a:pPr lvl="0"/>
            <a:fld id="{0B62E196-60E9-475D-877D-99C6AC07B190}" type="slidenum">
              <a:t>‹#›</a:t>
            </a:fld>
            <a:endParaRPr lang="en-IN"/>
          </a:p>
        </p:txBody>
      </p:sp>
    </p:spTree>
    <p:extLst>
      <p:ext uri="{BB962C8B-B14F-4D97-AF65-F5344CB8AC3E}">
        <p14:creationId xmlns:p14="http://schemas.microsoft.com/office/powerpoint/2010/main" val="10719157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303870" y="982129"/>
            <a:ext cx="9592732" cy="2954865"/>
          </a:xfrm>
        </p:spPr>
        <p:txBody>
          <a:bodyPr/>
          <a:lstStyle>
            <a:lvl1pPr>
              <a:defRPr sz="3200"/>
            </a:lvl1pPr>
          </a:lstStyle>
          <a:p>
            <a:pPr lvl="0"/>
            <a:r>
              <a:rPr lang="en-US"/>
              <a:t>Click to edit Master title style</a:t>
            </a:r>
          </a:p>
        </p:txBody>
      </p:sp>
      <p:sp>
        <p:nvSpPr>
          <p:cNvPr id="3" name="Text Placeholder 2"/>
          <p:cNvSpPr txBox="1">
            <a:spLocks noGrp="1"/>
          </p:cNvSpPr>
          <p:nvPr>
            <p:ph type="body" idx="4294967295"/>
          </p:nvPr>
        </p:nvSpPr>
        <p:spPr>
          <a:xfrm>
            <a:off x="1303870" y="4343400"/>
            <a:ext cx="9592732" cy="1532470"/>
          </a:xfrm>
        </p:spPr>
        <p:txBody>
          <a:bodyPr anchor="ctr" anchorCtr="1"/>
          <a:lstStyle>
            <a:lvl1pPr marL="0" indent="0" algn="ctr">
              <a:spcBef>
                <a:spcPts val="500"/>
              </a:spcBef>
              <a:buNone/>
              <a:defRPr sz="2000">
                <a:solidFill>
                  <a:srgbClr val="000000"/>
                </a:solidFill>
              </a:defRPr>
            </a:lvl1pPr>
          </a:lstStyle>
          <a:p>
            <a:pPr lvl="0"/>
            <a:r>
              <a:rPr lang="en-US"/>
              <a:t>Edit Master text styles</a:t>
            </a:r>
          </a:p>
        </p:txBody>
      </p:sp>
      <p:sp>
        <p:nvSpPr>
          <p:cNvPr id="4" name="Date Placeholder 3"/>
          <p:cNvSpPr txBox="1">
            <a:spLocks noGrp="1"/>
          </p:cNvSpPr>
          <p:nvPr>
            <p:ph type="dt" sz="half" idx="7"/>
          </p:nvPr>
        </p:nvSpPr>
        <p:spPr/>
        <p:txBody>
          <a:bodyPr/>
          <a:lstStyle>
            <a:lvl1pPr>
              <a:defRPr/>
            </a:lvl1pPr>
          </a:lstStyle>
          <a:p>
            <a:pPr lvl="0"/>
            <a:fld id="{BC2873D3-C898-402C-9F68-0FE8BD0E6B85}" type="datetime1">
              <a:rPr lang="en-IN"/>
              <a:pPr lvl="0"/>
              <a:t>02-10-2025</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EBB539EA-17CE-46A9-94CE-D47B92C778DF}" type="slidenum">
              <a:t>‹#›</a:t>
            </a:fld>
            <a:endParaRPr lang="en-IN"/>
          </a:p>
        </p:txBody>
      </p:sp>
      <p:cxnSp>
        <p:nvCxnSpPr>
          <p:cNvPr id="7" name="Straight Connector 14"/>
          <p:cNvCxnSpPr/>
          <p:nvPr/>
        </p:nvCxnSpPr>
        <p:spPr>
          <a:xfrm>
            <a:off x="1396169" y="4140202"/>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589192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txBox="1">
            <a:spLocks noGrp="1"/>
          </p:cNvSpPr>
          <p:nvPr>
            <p:ph type="title"/>
          </p:nvPr>
        </p:nvSpPr>
        <p:spPr>
          <a:xfrm>
            <a:off x="1446215" y="982129"/>
            <a:ext cx="9296393" cy="2370664"/>
          </a:xfrm>
        </p:spPr>
        <p:txBody>
          <a:bodyPr/>
          <a:lstStyle>
            <a:lvl1pPr>
              <a:defRPr sz="3200">
                <a:solidFill>
                  <a:srgbClr val="000000"/>
                </a:solidFill>
              </a:defRPr>
            </a:lvl1pPr>
          </a:lstStyle>
          <a:p>
            <a:pPr lvl="0"/>
            <a:r>
              <a:rPr lang="en-US"/>
              <a:t>Click to edit Master title style</a:t>
            </a:r>
          </a:p>
        </p:txBody>
      </p:sp>
      <p:sp>
        <p:nvSpPr>
          <p:cNvPr id="3" name="Text Placeholder 9"/>
          <p:cNvSpPr txBox="1">
            <a:spLocks noGrp="1"/>
          </p:cNvSpPr>
          <p:nvPr>
            <p:ph type="body" idx="4294967295"/>
          </p:nvPr>
        </p:nvSpPr>
        <p:spPr>
          <a:xfrm>
            <a:off x="1674815" y="3352803"/>
            <a:ext cx="8839203" cy="584201"/>
          </a:xfrm>
        </p:spPr>
        <p:txBody>
          <a:bodyPr anchor="ctr"/>
          <a:lstStyle>
            <a:lvl1pPr marL="0" indent="0" algn="r">
              <a:spcBef>
                <a:spcPts val="500"/>
              </a:spcBef>
              <a:buNone/>
              <a:defRPr sz="2000"/>
            </a:lvl1pPr>
          </a:lstStyle>
          <a:p>
            <a:pPr lvl="0"/>
            <a:r>
              <a:rPr lang="en-US"/>
              <a:t>Edit Master text styles</a:t>
            </a:r>
          </a:p>
        </p:txBody>
      </p:sp>
      <p:sp>
        <p:nvSpPr>
          <p:cNvPr id="4" name="Text Placeholder 2"/>
          <p:cNvSpPr txBox="1">
            <a:spLocks noGrp="1"/>
          </p:cNvSpPr>
          <p:nvPr>
            <p:ph type="body" idx="4294967295"/>
          </p:nvPr>
        </p:nvSpPr>
        <p:spPr>
          <a:xfrm>
            <a:off x="1295403" y="4343400"/>
            <a:ext cx="9609667" cy="1532470"/>
          </a:xfrm>
        </p:spPr>
        <p:txBody>
          <a:bodyPr anchor="ctr" anchorCtr="1"/>
          <a:lstStyle>
            <a:lvl1pPr marL="0" indent="0" algn="ctr">
              <a:spcBef>
                <a:spcPts val="500"/>
              </a:spcBef>
              <a:buNone/>
              <a:defRPr sz="2000">
                <a:solidFill>
                  <a:srgbClr val="000000"/>
                </a:solidFill>
              </a:defRPr>
            </a:lvl1pPr>
          </a:lstStyle>
          <a:p>
            <a:pPr lvl="0"/>
            <a:r>
              <a:rPr lang="en-US"/>
              <a:t>Edit Master text styles</a:t>
            </a:r>
          </a:p>
        </p:txBody>
      </p:sp>
      <p:sp>
        <p:nvSpPr>
          <p:cNvPr id="5" name="Date Placeholder 3"/>
          <p:cNvSpPr txBox="1">
            <a:spLocks noGrp="1"/>
          </p:cNvSpPr>
          <p:nvPr>
            <p:ph type="dt" sz="half" idx="7"/>
          </p:nvPr>
        </p:nvSpPr>
        <p:spPr/>
        <p:txBody>
          <a:bodyPr/>
          <a:lstStyle>
            <a:lvl1pPr>
              <a:defRPr/>
            </a:lvl1pPr>
          </a:lstStyle>
          <a:p>
            <a:pPr lvl="0"/>
            <a:fld id="{D51E3276-57FE-4662-BEB8-D9AF093780A2}" type="datetime1">
              <a:rPr lang="en-IN"/>
              <a:pPr lvl="0"/>
              <a:t>02-10-2025</a:t>
            </a:fld>
            <a:endParaRPr lang="en-IN"/>
          </a:p>
        </p:txBody>
      </p:sp>
      <p:sp>
        <p:nvSpPr>
          <p:cNvPr id="6" name="Footer Placeholder 4"/>
          <p:cNvSpPr txBox="1">
            <a:spLocks noGrp="1"/>
          </p:cNvSpPr>
          <p:nvPr>
            <p:ph type="ftr" sz="quarter" idx="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17C84F0C-4BC0-4908-BB79-6D953BB47C75}" type="slidenum">
              <a:t>‹#›</a:t>
            </a:fld>
            <a:endParaRPr lang="en-IN"/>
          </a:p>
        </p:txBody>
      </p:sp>
      <p:sp>
        <p:nvSpPr>
          <p:cNvPr id="8" name="TextBox 13"/>
          <p:cNvSpPr txBox="1"/>
          <p:nvPr/>
        </p:nvSpPr>
        <p:spPr>
          <a:xfrm>
            <a:off x="862014" y="87996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sp>
        <p:nvSpPr>
          <p:cNvPr id="9" name="TextBox 14"/>
          <p:cNvSpPr txBox="1"/>
          <p:nvPr/>
        </p:nvSpPr>
        <p:spPr>
          <a:xfrm>
            <a:off x="10600264" y="282787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cxnSp>
        <p:nvCxnSpPr>
          <p:cNvPr id="10" name="Straight Connector 18"/>
          <p:cNvCxnSpPr/>
          <p:nvPr/>
        </p:nvCxnSpPr>
        <p:spPr>
          <a:xfrm>
            <a:off x="1396169" y="4140202"/>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13056867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3308582"/>
            <a:ext cx="9609667" cy="1468800"/>
          </a:xfrm>
        </p:spPr>
        <p:txBody>
          <a:bodyPr anchor="b" anchorCtr="0"/>
          <a:lstStyle>
            <a:lvl1pPr algn="l">
              <a:defRPr sz="3200"/>
            </a:lvl1pPr>
          </a:lstStyle>
          <a:p>
            <a:pPr lvl="0"/>
            <a:r>
              <a:rPr lang="en-US"/>
              <a:t>Click to edit Master title style</a:t>
            </a:r>
          </a:p>
        </p:txBody>
      </p:sp>
      <p:sp>
        <p:nvSpPr>
          <p:cNvPr id="3" name="Text Placeholder 2"/>
          <p:cNvSpPr txBox="1">
            <a:spLocks noGrp="1"/>
          </p:cNvSpPr>
          <p:nvPr>
            <p:ph type="body" idx="4294967295"/>
          </p:nvPr>
        </p:nvSpPr>
        <p:spPr>
          <a:xfrm>
            <a:off x="1295403" y="4777383"/>
            <a:ext cx="9609667" cy="860395"/>
          </a:xfrm>
        </p:spPr>
        <p:txBody>
          <a:bodyPr/>
          <a:lstStyle>
            <a:lvl1pPr marL="0" indent="0">
              <a:spcBef>
                <a:spcPts val="500"/>
              </a:spcBef>
              <a:buNone/>
              <a:defRPr sz="2000">
                <a:solidFill>
                  <a:srgbClr val="000000"/>
                </a:solidFill>
              </a:defRPr>
            </a:lvl1pPr>
          </a:lstStyle>
          <a:p>
            <a:pPr lvl="0"/>
            <a:r>
              <a:rPr lang="en-US"/>
              <a:t>Edit Master text styles</a:t>
            </a:r>
          </a:p>
        </p:txBody>
      </p:sp>
      <p:sp>
        <p:nvSpPr>
          <p:cNvPr id="4" name="Date Placeholder 3"/>
          <p:cNvSpPr txBox="1">
            <a:spLocks noGrp="1"/>
          </p:cNvSpPr>
          <p:nvPr>
            <p:ph type="dt" sz="half" idx="7"/>
          </p:nvPr>
        </p:nvSpPr>
        <p:spPr/>
        <p:txBody>
          <a:bodyPr/>
          <a:lstStyle>
            <a:lvl1pPr>
              <a:defRPr/>
            </a:lvl1pPr>
          </a:lstStyle>
          <a:p>
            <a:pPr lvl="0"/>
            <a:fld id="{231B234A-0616-48BE-8F1E-F548B7BDE0ED}" type="datetime1">
              <a:rPr lang="en-IN"/>
              <a:pPr lvl="0"/>
              <a:t>02-10-2025</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46B2E791-5E07-4A6C-8118-64829826CB25}" type="slidenum">
              <a:t>‹#›</a:t>
            </a:fld>
            <a:endParaRPr lang="en-IN"/>
          </a:p>
        </p:txBody>
      </p:sp>
    </p:spTree>
    <p:extLst>
      <p:ext uri="{BB962C8B-B14F-4D97-AF65-F5344CB8AC3E}">
        <p14:creationId xmlns:p14="http://schemas.microsoft.com/office/powerpoint/2010/main" val="2784445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txBox="1">
            <a:spLocks noGrp="1"/>
          </p:cNvSpPr>
          <p:nvPr>
            <p:ph type="title"/>
          </p:nvPr>
        </p:nvSpPr>
        <p:spPr>
          <a:xfrm>
            <a:off x="1446215" y="982129"/>
            <a:ext cx="9296393" cy="2243672"/>
          </a:xfrm>
        </p:spPr>
        <p:txBody>
          <a:bodyPr/>
          <a:lstStyle>
            <a:lvl1pPr>
              <a:defRPr sz="3200">
                <a:solidFill>
                  <a:srgbClr val="000000"/>
                </a:solidFill>
              </a:defRPr>
            </a:lvl1pPr>
          </a:lstStyle>
          <a:p>
            <a:pPr lvl="0"/>
            <a:r>
              <a:rPr lang="en-US"/>
              <a:t>Click to edit Master title style</a:t>
            </a:r>
          </a:p>
        </p:txBody>
      </p:sp>
      <p:sp>
        <p:nvSpPr>
          <p:cNvPr id="3" name="Text Placeholder 2"/>
          <p:cNvSpPr txBox="1">
            <a:spLocks noGrp="1"/>
          </p:cNvSpPr>
          <p:nvPr>
            <p:ph type="body" idx="4294967295"/>
          </p:nvPr>
        </p:nvSpPr>
        <p:spPr>
          <a:xfrm>
            <a:off x="1295403" y="3639312"/>
            <a:ext cx="9609667" cy="886968"/>
          </a:xfrm>
        </p:spPr>
        <p:txBody>
          <a:bodyPr anchor="b"/>
          <a:lstStyle>
            <a:lvl1pPr marL="0" indent="0">
              <a:spcBef>
                <a:spcPts val="0"/>
              </a:spcBef>
              <a:buNone/>
              <a:defRPr>
                <a:solidFill>
                  <a:srgbClr val="000000"/>
                </a:solidFill>
              </a:defRPr>
            </a:lvl1pPr>
          </a:lstStyle>
          <a:p>
            <a:pPr lvl="0"/>
            <a:r>
              <a:rPr lang="en-US"/>
              <a:t>Edit Master text styles</a:t>
            </a:r>
          </a:p>
        </p:txBody>
      </p:sp>
      <p:sp>
        <p:nvSpPr>
          <p:cNvPr id="4" name="Text Placeholder 2"/>
          <p:cNvSpPr txBox="1">
            <a:spLocks noGrp="1"/>
          </p:cNvSpPr>
          <p:nvPr>
            <p:ph type="body" idx="4294967295"/>
          </p:nvPr>
        </p:nvSpPr>
        <p:spPr>
          <a:xfrm>
            <a:off x="1295403" y="4529663"/>
            <a:ext cx="9609667" cy="1346197"/>
          </a:xfrm>
        </p:spPr>
        <p:txBody>
          <a:bodyPr/>
          <a:lstStyle>
            <a:lvl1pPr marL="0" indent="0">
              <a:spcBef>
                <a:spcPts val="400"/>
              </a:spcBef>
              <a:buNone/>
              <a:defRPr sz="1800">
                <a:solidFill>
                  <a:srgbClr val="000000"/>
                </a:solidFill>
              </a:defRPr>
            </a:lvl1pPr>
          </a:lstStyle>
          <a:p>
            <a:pPr lvl="0"/>
            <a:r>
              <a:rPr lang="en-US"/>
              <a:t>Edit Master text styles</a:t>
            </a:r>
          </a:p>
        </p:txBody>
      </p:sp>
      <p:sp>
        <p:nvSpPr>
          <p:cNvPr id="5" name="Date Placeholder 3"/>
          <p:cNvSpPr txBox="1">
            <a:spLocks noGrp="1"/>
          </p:cNvSpPr>
          <p:nvPr>
            <p:ph type="dt" sz="half" idx="7"/>
          </p:nvPr>
        </p:nvSpPr>
        <p:spPr/>
        <p:txBody>
          <a:bodyPr/>
          <a:lstStyle>
            <a:lvl1pPr>
              <a:defRPr/>
            </a:lvl1pPr>
          </a:lstStyle>
          <a:p>
            <a:pPr lvl="0"/>
            <a:fld id="{8D547A66-8AF3-420F-9B36-50FCFF9417D2}" type="datetime1">
              <a:rPr lang="en-IN"/>
              <a:pPr lvl="0"/>
              <a:t>02-10-2025</a:t>
            </a:fld>
            <a:endParaRPr lang="en-IN"/>
          </a:p>
        </p:txBody>
      </p:sp>
      <p:sp>
        <p:nvSpPr>
          <p:cNvPr id="6" name="Footer Placeholder 4"/>
          <p:cNvSpPr txBox="1">
            <a:spLocks noGrp="1"/>
          </p:cNvSpPr>
          <p:nvPr>
            <p:ph type="ftr" sz="quarter" idx="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100B9499-45BE-4A7C-90A3-24067A1B2BD1}" type="slidenum">
              <a:t>‹#›</a:t>
            </a:fld>
            <a:endParaRPr lang="en-IN"/>
          </a:p>
        </p:txBody>
      </p:sp>
      <p:sp>
        <p:nvSpPr>
          <p:cNvPr id="8" name="TextBox 11"/>
          <p:cNvSpPr txBox="1"/>
          <p:nvPr/>
        </p:nvSpPr>
        <p:spPr>
          <a:xfrm>
            <a:off x="862014" y="879963"/>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sp>
        <p:nvSpPr>
          <p:cNvPr id="9" name="TextBox 12"/>
          <p:cNvSpPr txBox="1"/>
          <p:nvPr/>
        </p:nvSpPr>
        <p:spPr>
          <a:xfrm>
            <a:off x="10600264" y="2599264"/>
            <a:ext cx="609603" cy="584777"/>
          </a:xfrm>
          <a:prstGeom prst="rect">
            <a:avLst/>
          </a:prstGeom>
          <a:noFill/>
          <a:ln cap="flat">
            <a:noFill/>
          </a:ln>
        </p:spPr>
        <p:txBody>
          <a:bodyPr vert="horz" wrap="square" lIns="91440" tIns="45720" rIns="91440" bIns="45720" anchor="ctr" anchorCtr="0" compatLnSpc="1">
            <a:noAutofit/>
          </a:bodyPr>
          <a:lstStyle/>
          <a:p>
            <a:pPr marL="0" marR="0" lvl="0" indent="0" algn="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0" b="0" i="0" u="none" strike="noStrike" kern="1200" cap="none" spc="0" baseline="0">
                <a:solidFill>
                  <a:srgbClr val="000000"/>
                </a:solidFill>
                <a:uFillTx/>
                <a:latin typeface="Garamond"/>
              </a:rPr>
              <a:t>”</a:t>
            </a:r>
          </a:p>
        </p:txBody>
      </p:sp>
      <p:cxnSp>
        <p:nvCxnSpPr>
          <p:cNvPr id="10" name="Straight Connector 25"/>
          <p:cNvCxnSpPr/>
          <p:nvPr/>
        </p:nvCxnSpPr>
        <p:spPr>
          <a:xfrm>
            <a:off x="1396169" y="3429000"/>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9539659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txBox="1">
            <a:spLocks noGrp="1"/>
          </p:cNvSpPr>
          <p:nvPr>
            <p:ph type="title"/>
          </p:nvPr>
        </p:nvSpPr>
        <p:spPr>
          <a:xfrm>
            <a:off x="1295403" y="982129"/>
            <a:ext cx="9609667" cy="2243672"/>
          </a:xfrm>
        </p:spPr>
        <p:txBody>
          <a:bodyPr/>
          <a:lstStyle>
            <a:lvl1pPr>
              <a:defRPr/>
            </a:lvl1pPr>
          </a:lstStyle>
          <a:p>
            <a:pPr lvl="0"/>
            <a:r>
              <a:rPr lang="en-US"/>
              <a:t>Click to edit Master title style</a:t>
            </a:r>
          </a:p>
        </p:txBody>
      </p:sp>
      <p:sp>
        <p:nvSpPr>
          <p:cNvPr id="3" name="Text Placeholder 2"/>
          <p:cNvSpPr txBox="1">
            <a:spLocks noGrp="1"/>
          </p:cNvSpPr>
          <p:nvPr>
            <p:ph type="body" idx="4294967295"/>
          </p:nvPr>
        </p:nvSpPr>
        <p:spPr>
          <a:xfrm>
            <a:off x="1295403" y="3630168"/>
            <a:ext cx="9609667" cy="841248"/>
          </a:xfrm>
        </p:spPr>
        <p:txBody>
          <a:bodyPr anchor="b"/>
          <a:lstStyle>
            <a:lvl1pPr marL="0" indent="0">
              <a:spcBef>
                <a:spcPts val="0"/>
              </a:spcBef>
              <a:buNone/>
              <a:defRPr sz="2800">
                <a:solidFill>
                  <a:srgbClr val="000000"/>
                </a:solidFill>
              </a:defRPr>
            </a:lvl1pPr>
          </a:lstStyle>
          <a:p>
            <a:pPr lvl="0"/>
            <a:r>
              <a:rPr lang="en-US"/>
              <a:t>Edit Master text styles</a:t>
            </a:r>
          </a:p>
        </p:txBody>
      </p:sp>
      <p:sp>
        <p:nvSpPr>
          <p:cNvPr id="4" name="Text Placeholder 2"/>
          <p:cNvSpPr txBox="1">
            <a:spLocks noGrp="1"/>
          </p:cNvSpPr>
          <p:nvPr>
            <p:ph type="body" idx="4294967295"/>
          </p:nvPr>
        </p:nvSpPr>
        <p:spPr>
          <a:xfrm>
            <a:off x="1295403" y="4470401"/>
            <a:ext cx="9609667" cy="1405469"/>
          </a:xfrm>
        </p:spPr>
        <p:txBody>
          <a:bodyPr/>
          <a:lstStyle>
            <a:lvl1pPr marL="0" indent="0">
              <a:spcBef>
                <a:spcPts val="400"/>
              </a:spcBef>
              <a:buNone/>
              <a:defRPr sz="1800">
                <a:solidFill>
                  <a:srgbClr val="000000"/>
                </a:solidFill>
              </a:defRPr>
            </a:lvl1pPr>
          </a:lstStyle>
          <a:p>
            <a:pPr lvl="0"/>
            <a:r>
              <a:rPr lang="en-US"/>
              <a:t>Edit Master text styles</a:t>
            </a:r>
          </a:p>
        </p:txBody>
      </p:sp>
      <p:sp>
        <p:nvSpPr>
          <p:cNvPr id="5" name="Date Placeholder 3"/>
          <p:cNvSpPr txBox="1">
            <a:spLocks noGrp="1"/>
          </p:cNvSpPr>
          <p:nvPr>
            <p:ph type="dt" sz="half" idx="7"/>
          </p:nvPr>
        </p:nvSpPr>
        <p:spPr/>
        <p:txBody>
          <a:bodyPr/>
          <a:lstStyle>
            <a:lvl1pPr>
              <a:defRPr/>
            </a:lvl1pPr>
          </a:lstStyle>
          <a:p>
            <a:pPr lvl="0"/>
            <a:fld id="{19024F41-38F4-42EA-BD43-D351224D5F3F}" type="datetime1">
              <a:rPr lang="en-IN"/>
              <a:pPr lvl="0"/>
              <a:t>02-10-2025</a:t>
            </a:fld>
            <a:endParaRPr lang="en-IN"/>
          </a:p>
        </p:txBody>
      </p:sp>
      <p:sp>
        <p:nvSpPr>
          <p:cNvPr id="6" name="Footer Placeholder 4"/>
          <p:cNvSpPr txBox="1">
            <a:spLocks noGrp="1"/>
          </p:cNvSpPr>
          <p:nvPr>
            <p:ph type="ftr" sz="quarter" idx="9"/>
          </p:nvPr>
        </p:nvSpPr>
        <p:spPr/>
        <p:txBody>
          <a:bodyPr/>
          <a:lstStyle>
            <a:lvl1pPr>
              <a:defRPr/>
            </a:lvl1pPr>
          </a:lstStyle>
          <a:p>
            <a:pPr lvl="0"/>
            <a:endParaRPr lang="en-IN"/>
          </a:p>
        </p:txBody>
      </p:sp>
      <p:sp>
        <p:nvSpPr>
          <p:cNvPr id="7" name="Slide Number Placeholder 5"/>
          <p:cNvSpPr txBox="1">
            <a:spLocks noGrp="1"/>
          </p:cNvSpPr>
          <p:nvPr>
            <p:ph type="sldNum" sz="quarter" idx="8"/>
          </p:nvPr>
        </p:nvSpPr>
        <p:spPr/>
        <p:txBody>
          <a:bodyPr/>
          <a:lstStyle>
            <a:lvl1pPr>
              <a:defRPr/>
            </a:lvl1pPr>
          </a:lstStyle>
          <a:p>
            <a:pPr lvl="0"/>
            <a:fld id="{5E7898BF-CCFF-4E5C-801B-83E2D3CBD01E}" type="slidenum">
              <a:t>‹#›</a:t>
            </a:fld>
            <a:endParaRPr lang="en-IN"/>
          </a:p>
        </p:txBody>
      </p:sp>
      <p:cxnSp>
        <p:nvCxnSpPr>
          <p:cNvPr id="8" name="Straight Connector 14"/>
          <p:cNvCxnSpPr/>
          <p:nvPr/>
        </p:nvCxnSpPr>
        <p:spPr>
          <a:xfrm>
            <a:off x="1396169" y="3429000"/>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35590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7"/>
          </p:nvPr>
        </p:nvSpPr>
        <p:spPr/>
        <p:txBody>
          <a:bodyPr/>
          <a:lstStyle>
            <a:lvl1pPr>
              <a:defRPr/>
            </a:lvl1pPr>
          </a:lstStyle>
          <a:p>
            <a:pPr lvl="0"/>
            <a:fld id="{EB0B27A0-FF0A-4561-A40E-69AF769767D0}" type="datetime1">
              <a:rPr lang="en-IN"/>
              <a:pPr lvl="0"/>
              <a:t>02-10-2025</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A21F3A49-DC29-41EA-B835-221A0DDBE6F7}" type="slidenum">
              <a:t>‹#›</a:t>
            </a:fld>
            <a:endParaRPr lang="en-IN"/>
          </a:p>
        </p:txBody>
      </p:sp>
      <p:cxnSp>
        <p:nvCxnSpPr>
          <p:cNvPr id="7" name="Straight Connector 13"/>
          <p:cNvCxnSpPr/>
          <p:nvPr/>
        </p:nvCxnSpPr>
        <p:spPr>
          <a:xfrm>
            <a:off x="1396169" y="2421468"/>
            <a:ext cx="9407302" cy="0"/>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21948273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txBox="1">
            <a:spLocks noGrp="1"/>
          </p:cNvSpPr>
          <p:nvPr>
            <p:ph type="title" orient="vert"/>
          </p:nvPr>
        </p:nvSpPr>
        <p:spPr>
          <a:xfrm>
            <a:off x="8999360" y="982129"/>
            <a:ext cx="1890896" cy="4893731"/>
          </a:xfrm>
        </p:spPr>
        <p:txBody>
          <a:bodyPr vert="eaVert"/>
          <a:lstStyle>
            <a:lvl1pPr>
              <a:defRPr/>
            </a:lvl1pPr>
          </a:lstStyle>
          <a:p>
            <a:pPr lvl="0"/>
            <a:r>
              <a:rPr lang="en-US"/>
              <a:t>Click to edit Master title style</a:t>
            </a:r>
          </a:p>
        </p:txBody>
      </p:sp>
      <p:sp>
        <p:nvSpPr>
          <p:cNvPr id="3" name="Vertical Text Placeholder 2"/>
          <p:cNvSpPr txBox="1">
            <a:spLocks noGrp="1"/>
          </p:cNvSpPr>
          <p:nvPr>
            <p:ph type="body" orient="vert" idx="1"/>
          </p:nvPr>
        </p:nvSpPr>
        <p:spPr>
          <a:xfrm>
            <a:off x="1295393" y="982129"/>
            <a:ext cx="7433020" cy="4893731"/>
          </a:xfrm>
        </p:spPr>
        <p:txBody>
          <a:bodyPr vert="eaVert"/>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7"/>
          </p:nvPr>
        </p:nvSpPr>
        <p:spPr/>
        <p:txBody>
          <a:bodyPr/>
          <a:lstStyle>
            <a:lvl1pPr>
              <a:defRPr/>
            </a:lvl1pPr>
          </a:lstStyle>
          <a:p>
            <a:pPr lvl="0"/>
            <a:fld id="{78A720C0-2709-4534-819A-8643A02F3AF2}" type="datetime1">
              <a:rPr lang="en-IN"/>
              <a:pPr lvl="0"/>
              <a:t>02-10-2025</a:t>
            </a:fld>
            <a:endParaRPr lang="en-IN"/>
          </a:p>
        </p:txBody>
      </p:sp>
      <p:sp>
        <p:nvSpPr>
          <p:cNvPr id="5" name="Footer Placeholder 4"/>
          <p:cNvSpPr txBox="1">
            <a:spLocks noGrp="1"/>
          </p:cNvSpPr>
          <p:nvPr>
            <p:ph type="ftr" sz="quarter" idx="9"/>
          </p:nvPr>
        </p:nvSpPr>
        <p:spPr/>
        <p:txBody>
          <a:bodyPr/>
          <a:lstStyle>
            <a:lvl1pPr>
              <a:defRPr/>
            </a:lvl1pPr>
          </a:lstStyle>
          <a:p>
            <a:pPr lvl="0"/>
            <a:endParaRPr lang="en-IN"/>
          </a:p>
        </p:txBody>
      </p:sp>
      <p:sp>
        <p:nvSpPr>
          <p:cNvPr id="6" name="Slide Number Placeholder 5"/>
          <p:cNvSpPr txBox="1">
            <a:spLocks noGrp="1"/>
          </p:cNvSpPr>
          <p:nvPr>
            <p:ph type="sldNum" sz="quarter" idx="8"/>
          </p:nvPr>
        </p:nvSpPr>
        <p:spPr/>
        <p:txBody>
          <a:bodyPr/>
          <a:lstStyle>
            <a:lvl1pPr>
              <a:defRPr/>
            </a:lvl1pPr>
          </a:lstStyle>
          <a:p>
            <a:pPr lvl="0"/>
            <a:fld id="{9C3C3C3C-2A54-42AC-B4D9-89ECA7DDEF9F}" type="slidenum">
              <a:t>‹#›</a:t>
            </a:fld>
            <a:endParaRPr lang="en-IN"/>
          </a:p>
        </p:txBody>
      </p:sp>
      <p:cxnSp>
        <p:nvCxnSpPr>
          <p:cNvPr id="7" name="Straight Connector 13"/>
          <p:cNvCxnSpPr/>
          <p:nvPr/>
        </p:nvCxnSpPr>
        <p:spPr>
          <a:xfrm>
            <a:off x="8863891" y="990596"/>
            <a:ext cx="0" cy="4876807"/>
          </a:xfrm>
          <a:prstGeom prst="straightConnector1">
            <a:avLst/>
          </a:prstGeom>
          <a:noFill/>
          <a:ln w="15873" cap="flat">
            <a:solidFill>
              <a:srgbClr val="83992A"/>
            </a:solidFill>
            <a:prstDash val="solid"/>
            <a:miter/>
          </a:ln>
        </p:spPr>
      </p:cxnSp>
    </p:spTree>
    <p:extLst>
      <p:ext uri="{BB962C8B-B14F-4D97-AF65-F5344CB8AC3E}">
        <p14:creationId xmlns:p14="http://schemas.microsoft.com/office/powerpoint/2010/main" val="31413696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grpSp>
        <p:nvGrpSpPr>
          <p:cNvPr id="2" name="Group 6"/>
          <p:cNvGrpSpPr/>
          <p:nvPr/>
        </p:nvGrpSpPr>
        <p:grpSpPr>
          <a:xfrm>
            <a:off x="-15736" y="0"/>
            <a:ext cx="12229962" cy="6856216"/>
            <a:chOff x="-15736" y="0"/>
            <a:chExt cx="12229962" cy="6856216"/>
          </a:xfrm>
        </p:grpSpPr>
        <p:pic>
          <p:nvPicPr>
            <p:cNvPr id="3" name="Picture 7" descr="HD-PanelContent.png">
              <a:extLst>
                <a:ext uri="{FF2B5EF4-FFF2-40B4-BE49-F238E27FC236}">
                  <a16:creationId xmlns:a16="http://schemas.microsoft.com/office/drawing/2014/main" id="{00000000-0000-0000-0000-000000000000}"/>
                </a:ext>
              </a:extLst>
            </p:cNvPr>
            <p:cNvPicPr>
              <a:picLocks noChangeAspect="1"/>
            </p:cNvPicPr>
            <p:nvPr/>
          </p:nvPicPr>
          <p:blipFill>
            <a:blip r:embed="rId19"/>
            <a:stretch>
              <a:fillRect/>
            </a:stretch>
          </p:blipFill>
          <p:spPr>
            <a:xfrm>
              <a:off x="0" y="0"/>
              <a:ext cx="12188823" cy="6856216"/>
            </a:xfrm>
            <a:prstGeom prst="rect">
              <a:avLst/>
            </a:prstGeom>
            <a:noFill/>
            <a:ln cap="flat">
              <a:noFill/>
            </a:ln>
          </p:spPr>
        </p:pic>
        <p:sp>
          <p:nvSpPr>
            <p:cNvPr id="4" name="Rectangle 8"/>
            <p:cNvSpPr/>
            <p:nvPr/>
          </p:nvSpPr>
          <p:spPr>
            <a:xfrm>
              <a:off x="608011" y="609603"/>
              <a:ext cx="10972800" cy="5638803"/>
            </a:xfrm>
            <a:prstGeom prst="rect">
              <a:avLst/>
            </a:prstGeom>
            <a:noFill/>
            <a:ln w="15873" cap="flat">
              <a:solidFill>
                <a:srgbClr val="83992A"/>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Calibri"/>
              </a:endParaRPr>
            </a:p>
          </p:txBody>
        </p:sp>
        <p:pic>
          <p:nvPicPr>
            <p:cNvPr id="5" name="Picture 9" descr="HDRibbonContent-UniformTrim.png">
              <a:extLst>
                <a:ext uri="{FF2B5EF4-FFF2-40B4-BE49-F238E27FC236}">
                  <a16:creationId xmlns:a16="http://schemas.microsoft.com/office/drawing/2014/main" id="{00000000-0000-0000-0000-000000000000}"/>
                </a:ext>
              </a:extLst>
            </p:cNvPr>
            <p:cNvPicPr>
              <a:picLocks noChangeAspect="1"/>
            </p:cNvPicPr>
            <p:nvPr/>
          </p:nvPicPr>
          <p:blipFill>
            <a:blip r:embed="rId20"/>
            <a:srcRect/>
            <a:stretch>
              <a:fillRect/>
            </a:stretch>
          </p:blipFill>
          <p:spPr>
            <a:xfrm>
              <a:off x="-15736" y="3153829"/>
              <a:ext cx="777240" cy="606420"/>
            </a:xfrm>
            <a:prstGeom prst="rect">
              <a:avLst/>
            </a:prstGeom>
            <a:noFill/>
            <a:ln cap="flat">
              <a:noFill/>
            </a:ln>
          </p:spPr>
        </p:pic>
        <p:pic>
          <p:nvPicPr>
            <p:cNvPr id="6" name="Picture 10" descr="HDRibbonContent-UniformTrim.png">
              <a:extLst>
                <a:ext uri="{FF2B5EF4-FFF2-40B4-BE49-F238E27FC236}">
                  <a16:creationId xmlns:a16="http://schemas.microsoft.com/office/drawing/2014/main" id="{00000000-0000-0000-0000-000000000000}"/>
                </a:ext>
              </a:extLst>
            </p:cNvPr>
            <p:cNvPicPr>
              <a:picLocks noChangeAspect="1"/>
            </p:cNvPicPr>
            <p:nvPr/>
          </p:nvPicPr>
          <p:blipFill>
            <a:blip r:embed="rId20"/>
            <a:srcRect/>
            <a:stretch>
              <a:fillRect/>
            </a:stretch>
          </p:blipFill>
          <p:spPr>
            <a:xfrm>
              <a:off x="11436986" y="3153829"/>
              <a:ext cx="777240" cy="606420"/>
            </a:xfrm>
            <a:prstGeom prst="rect">
              <a:avLst/>
            </a:prstGeom>
            <a:noFill/>
            <a:ln cap="flat">
              <a:noFill/>
            </a:ln>
          </p:spPr>
        </p:pic>
      </p:grpSp>
      <p:sp>
        <p:nvSpPr>
          <p:cNvPr id="7" name="Title Placeholder 1"/>
          <p:cNvSpPr txBox="1">
            <a:spLocks noGrp="1"/>
          </p:cNvSpPr>
          <p:nvPr>
            <p:ph type="title"/>
          </p:nvPr>
        </p:nvSpPr>
        <p:spPr>
          <a:xfrm>
            <a:off x="1295403" y="982129"/>
            <a:ext cx="9601200" cy="1303870"/>
          </a:xfrm>
          <a:prstGeom prst="rect">
            <a:avLst/>
          </a:prstGeom>
          <a:noFill/>
          <a:ln>
            <a:noFill/>
          </a:ln>
        </p:spPr>
        <p:txBody>
          <a:bodyPr vert="horz" wrap="square" lIns="91440" tIns="45720" rIns="91440" bIns="45720" anchor="ctr" anchorCtr="1" compatLnSpc="1">
            <a:normAutofit/>
          </a:bodyPr>
          <a:lstStyle/>
          <a:p>
            <a:pPr lvl="0"/>
            <a:r>
              <a:rPr lang="en-US"/>
              <a:t>Click to edit Master title style</a:t>
            </a:r>
          </a:p>
        </p:txBody>
      </p:sp>
      <p:sp>
        <p:nvSpPr>
          <p:cNvPr id="8" name="Text Placeholder 2"/>
          <p:cNvSpPr txBox="1">
            <a:spLocks noGrp="1"/>
          </p:cNvSpPr>
          <p:nvPr>
            <p:ph type="body" idx="1"/>
          </p:nvPr>
        </p:nvSpPr>
        <p:spPr>
          <a:xfrm>
            <a:off x="1295403" y="2556927"/>
            <a:ext cx="9601200" cy="3318933"/>
          </a:xfrm>
          <a:prstGeom prst="rect">
            <a:avLst/>
          </a:prstGeom>
          <a:noFill/>
          <a:ln>
            <a:noFill/>
          </a:ln>
        </p:spPr>
        <p:txBody>
          <a:bodyPr vert="horz" wrap="square" lIns="91440" tIns="45720" rIns="91440" bIns="45720" anchor="t" anchorCtr="0" compatLnSpc="1">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p:cNvSpPr txBox="1">
            <a:spLocks noGrp="1"/>
          </p:cNvSpPr>
          <p:nvPr>
            <p:ph type="dt" sz="half" idx="2"/>
          </p:nvPr>
        </p:nvSpPr>
        <p:spPr>
          <a:xfrm>
            <a:off x="8677500" y="5969002"/>
            <a:ext cx="1600200" cy="27940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IN" sz="1000" b="0" i="0" u="none" strike="noStrike" kern="1200" cap="none" spc="0" baseline="0">
                <a:solidFill>
                  <a:srgbClr val="000000"/>
                </a:solidFill>
                <a:uFillTx/>
                <a:latin typeface="Garamond"/>
              </a:defRPr>
            </a:lvl1pPr>
          </a:lstStyle>
          <a:p>
            <a:pPr lvl="0"/>
            <a:fld id="{29B88B77-4616-475C-B8C6-B5A6A16471F7}" type="datetime1">
              <a:rPr lang="en-IN"/>
              <a:pPr lvl="0"/>
              <a:t>02-10-2025</a:t>
            </a:fld>
            <a:endParaRPr lang="en-IN"/>
          </a:p>
        </p:txBody>
      </p:sp>
      <p:sp>
        <p:nvSpPr>
          <p:cNvPr id="10" name="Footer Placeholder 4"/>
          <p:cNvSpPr txBox="1">
            <a:spLocks noGrp="1"/>
          </p:cNvSpPr>
          <p:nvPr>
            <p:ph type="ftr" sz="quarter" idx="3"/>
          </p:nvPr>
        </p:nvSpPr>
        <p:spPr>
          <a:xfrm>
            <a:off x="1295403" y="5969002"/>
            <a:ext cx="7305900" cy="279404"/>
          </a:xfrm>
          <a:prstGeom prst="rect">
            <a:avLst/>
          </a:prstGeom>
          <a:noFill/>
          <a:ln>
            <a:noFill/>
          </a:ln>
        </p:spPr>
        <p:txBody>
          <a:bodyPr vert="horz" wrap="square" lIns="91440" tIns="45720" rIns="91440" bIns="45720" anchor="ctr" anchorCtr="0" compatLnSpc="1">
            <a:noAutofit/>
          </a:bodyPr>
          <a:lstStyle>
            <a:lvl1pPr marL="0" marR="0" lvl="0" indent="0" algn="l" defTabSz="457200" rtl="0" fontAlgn="auto" hangingPunct="1">
              <a:lnSpc>
                <a:spcPct val="100000"/>
              </a:lnSpc>
              <a:spcBef>
                <a:spcPts val="0"/>
              </a:spcBef>
              <a:spcAft>
                <a:spcPts val="0"/>
              </a:spcAft>
              <a:buNone/>
              <a:tabLst/>
              <a:defRPr lang="en-IN" sz="1000" b="0" i="0" u="none" strike="noStrike" kern="1200" cap="none" spc="0" baseline="0">
                <a:solidFill>
                  <a:srgbClr val="000000"/>
                </a:solidFill>
                <a:uFillTx/>
                <a:latin typeface="Garamond"/>
              </a:defRPr>
            </a:lvl1pPr>
          </a:lstStyle>
          <a:p>
            <a:pPr lvl="0"/>
            <a:endParaRPr lang="en-IN"/>
          </a:p>
        </p:txBody>
      </p:sp>
      <p:sp>
        <p:nvSpPr>
          <p:cNvPr id="11" name="Slide Number Placeholder 5"/>
          <p:cNvSpPr txBox="1">
            <a:spLocks noGrp="1"/>
          </p:cNvSpPr>
          <p:nvPr>
            <p:ph type="sldNum" sz="quarter" idx="4"/>
          </p:nvPr>
        </p:nvSpPr>
        <p:spPr>
          <a:xfrm>
            <a:off x="10353897" y="5969002"/>
            <a:ext cx="542696" cy="279404"/>
          </a:xfrm>
          <a:prstGeom prst="rect">
            <a:avLst/>
          </a:prstGeom>
          <a:noFill/>
          <a:ln>
            <a:noFill/>
          </a:ln>
        </p:spPr>
        <p:txBody>
          <a:bodyPr vert="horz" wrap="square" lIns="91440" tIns="45720" rIns="91440" bIns="45720" anchor="ctr" anchorCtr="0" compatLnSpc="1">
            <a:noAutofit/>
          </a:bodyPr>
          <a:lstStyle>
            <a:lvl1pPr marL="0" marR="0" lvl="0" indent="0" algn="r" defTabSz="457200" rtl="0" fontAlgn="auto" hangingPunct="1">
              <a:lnSpc>
                <a:spcPct val="100000"/>
              </a:lnSpc>
              <a:spcBef>
                <a:spcPts val="0"/>
              </a:spcBef>
              <a:spcAft>
                <a:spcPts val="0"/>
              </a:spcAft>
              <a:buNone/>
              <a:tabLst/>
              <a:defRPr lang="en-IN" sz="1000" b="0" i="0" u="none" strike="noStrike" kern="1200" cap="none" spc="0" baseline="0">
                <a:solidFill>
                  <a:srgbClr val="000000"/>
                </a:solidFill>
                <a:uFillTx/>
                <a:latin typeface="Garamond"/>
              </a:defRPr>
            </a:lvl1pPr>
          </a:lstStyle>
          <a:p>
            <a:pPr lvl="0"/>
            <a:fld id="{38CC8BBE-DBE0-4450-8530-4E41A3333E7A}"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marL="0" marR="0" lvl="0" indent="0" algn="ctr" defTabSz="457200" rtl="0" fontAlgn="auto" hangingPunct="1">
        <a:lnSpc>
          <a:spcPct val="100000"/>
        </a:lnSpc>
        <a:spcBef>
          <a:spcPts val="0"/>
        </a:spcBef>
        <a:spcAft>
          <a:spcPts val="0"/>
        </a:spcAft>
        <a:buNone/>
        <a:tabLst/>
        <a:defRPr lang="en-US" sz="4400" b="0" i="0" u="none" strike="noStrike" kern="1200" cap="none" spc="0" baseline="0">
          <a:solidFill>
            <a:srgbClr val="262626"/>
          </a:solidFill>
          <a:uFillTx/>
          <a:latin typeface="Garamond"/>
        </a:defRPr>
      </a:lvl1pPr>
    </p:titleStyle>
    <p:bodyStyle>
      <a:lvl1pPr marL="285750" marR="0" lvl="0" indent="-285750" algn="l" defTabSz="457200" rtl="0" fontAlgn="auto" hangingPunct="1">
        <a:lnSpc>
          <a:spcPct val="100000"/>
        </a:lnSpc>
        <a:spcBef>
          <a:spcPts val="600"/>
        </a:spcBef>
        <a:spcAft>
          <a:spcPts val="600"/>
        </a:spcAft>
        <a:buClr>
          <a:srgbClr val="83992A"/>
        </a:buClr>
        <a:buSzPct val="115000"/>
        <a:buFont typeface="Arial"/>
        <a:buChar char="•"/>
        <a:tabLst/>
        <a:defRPr lang="en-US" sz="2400" b="0" i="0" u="none" strike="noStrike" kern="1200" cap="none" spc="0" baseline="0">
          <a:solidFill>
            <a:srgbClr val="262626"/>
          </a:solidFill>
          <a:uFillTx/>
          <a:latin typeface="Garamond"/>
        </a:defRPr>
      </a:lvl1pPr>
      <a:lvl2pPr marL="742950" marR="0" lvl="1" indent="-285750" algn="l" defTabSz="457200" rtl="0" fontAlgn="auto" hangingPunct="1">
        <a:lnSpc>
          <a:spcPct val="100000"/>
        </a:lnSpc>
        <a:spcBef>
          <a:spcPts val="500"/>
        </a:spcBef>
        <a:spcAft>
          <a:spcPts val="600"/>
        </a:spcAft>
        <a:buClr>
          <a:srgbClr val="83992A"/>
        </a:buClr>
        <a:buSzPct val="115000"/>
        <a:buFont typeface="Arial"/>
        <a:buChar char="•"/>
        <a:tabLst/>
        <a:defRPr lang="en-US" sz="2000" b="0" i="0" u="none" strike="noStrike" kern="1200" cap="none" spc="0" baseline="0">
          <a:solidFill>
            <a:srgbClr val="262626"/>
          </a:solidFill>
          <a:uFillTx/>
          <a:latin typeface="Garamond"/>
        </a:defRPr>
      </a:lvl2pPr>
      <a:lvl3pPr marL="1200150" marR="0" lvl="2" indent="-285750" algn="l" defTabSz="457200" rtl="0" fontAlgn="auto" hangingPunct="1">
        <a:lnSpc>
          <a:spcPct val="100000"/>
        </a:lnSpc>
        <a:spcBef>
          <a:spcPts val="400"/>
        </a:spcBef>
        <a:spcAft>
          <a:spcPts val="600"/>
        </a:spcAft>
        <a:buClr>
          <a:srgbClr val="83992A"/>
        </a:buClr>
        <a:buSzPct val="115000"/>
        <a:buFont typeface="Arial"/>
        <a:buChar char="•"/>
        <a:tabLst/>
        <a:defRPr lang="en-US" sz="1800" b="0" i="0" u="none" strike="noStrike" kern="1200" cap="none" spc="0" baseline="0">
          <a:solidFill>
            <a:srgbClr val="262626"/>
          </a:solidFill>
          <a:uFillTx/>
          <a:latin typeface="Garamond"/>
        </a:defRPr>
      </a:lvl3pPr>
      <a:lvl4pPr marL="1543050" marR="0" lvl="3" indent="-171450" algn="l" defTabSz="457200" rtl="0" fontAlgn="auto" hangingPunct="1">
        <a:lnSpc>
          <a:spcPct val="100000"/>
        </a:lnSpc>
        <a:spcBef>
          <a:spcPts val="400"/>
        </a:spcBef>
        <a:spcAft>
          <a:spcPts val="600"/>
        </a:spcAft>
        <a:buClr>
          <a:srgbClr val="83992A"/>
        </a:buClr>
        <a:buSzPct val="115000"/>
        <a:buFont typeface="Arial"/>
        <a:buChar char="•"/>
        <a:tabLst/>
        <a:defRPr lang="en-US" sz="1600" b="0" i="0" u="none" strike="noStrike" kern="1200" cap="none" spc="0" baseline="0">
          <a:solidFill>
            <a:srgbClr val="262626"/>
          </a:solidFill>
          <a:uFillTx/>
          <a:latin typeface="Garamond"/>
        </a:defRPr>
      </a:lvl4pPr>
      <a:lvl5pPr marL="2000250" marR="0" lvl="4" indent="-171450" algn="l" defTabSz="457200" rtl="0" fontAlgn="auto" hangingPunct="1">
        <a:lnSpc>
          <a:spcPct val="100000"/>
        </a:lnSpc>
        <a:spcBef>
          <a:spcPts val="300"/>
        </a:spcBef>
        <a:spcAft>
          <a:spcPts val="600"/>
        </a:spcAft>
        <a:buClr>
          <a:srgbClr val="83992A"/>
        </a:buClr>
        <a:buSzPct val="115000"/>
        <a:buFont typeface="Arial"/>
        <a:buChar char="•"/>
        <a:tabLst/>
        <a:defRPr lang="en-US" sz="1400" b="0" i="0" u="none" strike="noStrike" kern="1200" cap="none" spc="0" baseline="0">
          <a:solidFill>
            <a:srgbClr val="262626"/>
          </a:solidFill>
          <a:uFillTx/>
          <a:latin typeface="Garamond"/>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Title 1"/>
          <p:cNvSpPr txBox="1">
            <a:spLocks noGrp="1"/>
          </p:cNvSpPr>
          <p:nvPr>
            <p:ph type="ctrTitle"/>
          </p:nvPr>
        </p:nvSpPr>
        <p:spPr/>
        <p:txBody>
          <a:bodyPr/>
          <a:lstStyle/>
          <a:p>
            <a:pPr lvl="0"/>
            <a:r>
              <a:rPr lang="en-US"/>
              <a:t>Welcome To Ram Technologies Bangalore</a:t>
            </a:r>
            <a:endParaRPr lang="en-IN"/>
          </a:p>
        </p:txBody>
      </p:sp>
      <p:sp>
        <p:nvSpPr>
          <p:cNvPr id="3" name="Subtitle 2"/>
          <p:cNvSpPr txBox="1">
            <a:spLocks noGrp="1"/>
          </p:cNvSpPr>
          <p:nvPr>
            <p:ph type="subTitle" idx="1"/>
          </p:nvPr>
        </p:nvSpPr>
        <p:spPr/>
        <p:txBody>
          <a:bodyPr/>
          <a:lstStyle/>
          <a:p>
            <a:pPr lvl="0"/>
            <a:r>
              <a:rPr lang="en-US"/>
              <a:t>Empowering the Next Generation of DevOps Engineers</a:t>
            </a:r>
            <a:endParaRPr lang="en-IN"/>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69700" y="6235700"/>
            <a:ext cx="406400" cy="406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599"/>
    </mc:Choice>
    <mc:Fallback>
      <p:transition spd="slow" advTm="125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sp>
        <p:nvSpPr>
          <p:cNvPr id="2" name="Rectangle 12"/>
          <p:cNvSpPr/>
          <p:nvPr/>
        </p:nvSpPr>
        <p:spPr>
          <a:xfrm>
            <a:off x="1662543" y="1587572"/>
            <a:ext cx="7420072" cy="3970318"/>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dirty="0">
                <a:solidFill>
                  <a:srgbClr val="000000"/>
                </a:solidFill>
                <a:uFillTx/>
                <a:latin typeface="Garamond"/>
              </a:rPr>
              <a:t> </a:t>
            </a:r>
            <a:r>
              <a:rPr lang="en-US" sz="2800" b="1" kern="0" dirty="0" smtClean="0">
                <a:solidFill>
                  <a:srgbClr val="000000"/>
                </a:solidFill>
                <a:latin typeface="Garamond"/>
              </a:rPr>
              <a:t>Myself</a:t>
            </a:r>
            <a:r>
              <a:rPr lang="en-US" sz="2800" b="1" i="0" u="none" strike="noStrike" kern="1200" cap="none" spc="0" baseline="0" dirty="0" smtClean="0">
                <a:solidFill>
                  <a:srgbClr val="000000"/>
                </a:solidFill>
                <a:uFillTx/>
                <a:latin typeface="Garamond"/>
              </a:rPr>
              <a:t>:</a:t>
            </a:r>
            <a:endParaRPr lang="en-US" sz="28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Name: </a:t>
            </a:r>
            <a:r>
              <a:rPr lang="en-US" sz="2800" b="1" i="0" u="none" strike="noStrike" kern="1200" cap="none" spc="0" baseline="0" dirty="0">
                <a:solidFill>
                  <a:srgbClr val="000000"/>
                </a:solidFill>
                <a:uFillTx/>
                <a:latin typeface="Garamond"/>
              </a:rPr>
              <a:t>Ram</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Role: </a:t>
            </a:r>
            <a:r>
              <a:rPr lang="en-US" sz="2800" b="1" i="0" u="none" strike="noStrike" kern="1200" cap="none" spc="0" baseline="0" dirty="0">
                <a:solidFill>
                  <a:srgbClr val="000000"/>
                </a:solidFill>
                <a:uFillTx/>
                <a:latin typeface="Garamond"/>
              </a:rPr>
              <a:t>DevOps Architect</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Experience: </a:t>
            </a:r>
            <a:r>
              <a:rPr lang="en-US" sz="2800" b="1" i="0" u="none" strike="noStrike" kern="1200" cap="none" spc="0" baseline="0" dirty="0">
                <a:solidFill>
                  <a:srgbClr val="000000"/>
                </a:solidFill>
                <a:uFillTx/>
                <a:latin typeface="Garamond"/>
              </a:rPr>
              <a:t>13+ Years in IT</a:t>
            </a:r>
            <a:r>
              <a:rPr lang="en-US" sz="2800" b="0" i="0" u="none" strike="noStrike" kern="1200" cap="none" spc="0" baseline="0" dirty="0">
                <a:solidFill>
                  <a:srgbClr val="000000"/>
                </a:solidFill>
                <a:uFillTx/>
                <a:latin typeface="Garamond"/>
              </a:rPr>
              <a:t>, with </a:t>
            </a:r>
            <a:r>
              <a:rPr lang="en-US" sz="2800" b="1" i="0" u="none" strike="noStrike" kern="1200" cap="none" spc="0" baseline="0" dirty="0">
                <a:solidFill>
                  <a:srgbClr val="000000"/>
                </a:solidFill>
                <a:uFillTx/>
                <a:latin typeface="Garamond"/>
              </a:rPr>
              <a:t>8+ years in DevOps</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Passionate about </a:t>
            </a:r>
            <a:r>
              <a:rPr lang="en-US" sz="2800" b="1" i="0" u="none" strike="noStrike" kern="1200" cap="none" spc="0" baseline="0" dirty="0">
                <a:solidFill>
                  <a:srgbClr val="000000"/>
                </a:solidFill>
                <a:uFillTx/>
                <a:latin typeface="Garamond"/>
              </a:rPr>
              <a:t>automation, scalability, and cloud-native technologies</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Committed to </a:t>
            </a:r>
            <a:r>
              <a:rPr lang="en-US" sz="2800" b="1" i="0" u="none" strike="noStrike" kern="1200" cap="none" spc="0" baseline="0" dirty="0">
                <a:solidFill>
                  <a:srgbClr val="000000"/>
                </a:solidFill>
                <a:uFillTx/>
                <a:latin typeface="Garamond"/>
              </a:rPr>
              <a:t>mentoring and upskilling future DevOps professionals</a:t>
            </a:r>
            <a:endParaRPr lang="en-US" sz="28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Rectangle 1"/>
          <p:cNvSpPr/>
          <p:nvPr/>
        </p:nvSpPr>
        <p:spPr>
          <a:xfrm>
            <a:off x="1337191" y="776746"/>
            <a:ext cx="9163659" cy="4401205"/>
          </a:xfrm>
          <a:prstGeom prst="rect">
            <a:avLst/>
          </a:prstGeom>
          <a:blipFill>
            <a:blip r:embed="rId2">
              <a:alphaModFix/>
            </a:blip>
            <a:tile sx="100000" sy="100000" algn="tl"/>
          </a:blipFill>
          <a:ln w="9528" cap="flat">
            <a:solidFill>
              <a:srgbClr val="83992A"/>
            </a:solidFill>
            <a:prstDash val="solid"/>
            <a:miter/>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dirty="0">
                <a:solidFill>
                  <a:srgbClr val="000000"/>
                </a:solidFill>
                <a:uFillTx/>
                <a:latin typeface="Garamond"/>
              </a:rPr>
              <a:t>Professional Journey:</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8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Started career as a </a:t>
            </a:r>
            <a:r>
              <a:rPr lang="en-US" sz="2800" b="1" i="0" u="none" strike="noStrike" kern="1200" cap="none" spc="0" baseline="0" dirty="0">
                <a:solidFill>
                  <a:srgbClr val="000000"/>
                </a:solidFill>
                <a:uFillTx/>
                <a:latin typeface="Garamond"/>
              </a:rPr>
              <a:t>Developer</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Transitioned into </a:t>
            </a:r>
            <a:r>
              <a:rPr lang="en-US" sz="2800" b="1" i="0" u="none" strike="noStrike" kern="1200" cap="none" spc="0" baseline="0" dirty="0">
                <a:solidFill>
                  <a:srgbClr val="000000"/>
                </a:solidFill>
                <a:uFillTx/>
                <a:latin typeface="Garamond"/>
              </a:rPr>
              <a:t>DevOps</a:t>
            </a:r>
            <a:r>
              <a:rPr lang="en-US" sz="2800" b="0" i="0" u="none" strike="noStrike" kern="1200" cap="none" spc="0" baseline="0" dirty="0">
                <a:solidFill>
                  <a:srgbClr val="000000"/>
                </a:solidFill>
                <a:uFillTx/>
                <a:latin typeface="Garamond"/>
              </a:rPr>
              <a:t> as the industry shifted towards automation &amp; CI/CD</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Progressed through roles:</a:t>
            </a:r>
          </a:p>
          <a:p>
            <a:pPr marL="742950" marR="0" lvl="1" indent="-28575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1" i="0" u="none" strike="noStrike" kern="1200" cap="none" spc="0" baseline="0" dirty="0" err="1" smtClean="0">
                <a:solidFill>
                  <a:srgbClr val="000000"/>
                </a:solidFill>
                <a:uFillTx/>
                <a:latin typeface="Garamond"/>
              </a:rPr>
              <a:t>Developer</a:t>
            </a:r>
            <a:r>
              <a:rPr lang="en-US" sz="2800" b="1" i="0" u="none" strike="noStrike" kern="1200" cap="none" spc="0" baseline="0" dirty="0" err="1" smtClean="0">
                <a:solidFill>
                  <a:srgbClr val="000000"/>
                </a:solidFill>
                <a:uFillTx/>
                <a:latin typeface="Garamond"/>
                <a:sym typeface="Wingdings" panose="05000000000000000000" pitchFamily="2" charset="2"/>
              </a:rPr>
              <a:t></a:t>
            </a:r>
            <a:r>
              <a:rPr lang="en-US" sz="2800" b="1" i="0" u="none" strike="noStrike" kern="1200" cap="none" spc="0" baseline="0" dirty="0" err="1" smtClean="0">
                <a:solidFill>
                  <a:srgbClr val="000000"/>
                </a:solidFill>
                <a:uFillTx/>
                <a:latin typeface="Garamond"/>
              </a:rPr>
              <a:t>DevOps</a:t>
            </a:r>
            <a:r>
              <a:rPr lang="en-US" sz="2800" b="1" i="0" u="none" strike="noStrike" kern="1200" cap="none" spc="0" baseline="0" dirty="0" smtClean="0">
                <a:solidFill>
                  <a:srgbClr val="000000"/>
                </a:solidFill>
                <a:uFillTx/>
                <a:latin typeface="Garamond"/>
              </a:rPr>
              <a:t> </a:t>
            </a:r>
            <a:r>
              <a:rPr lang="en-US" sz="2800" b="1" i="0" u="none" strike="noStrike" kern="1200" cap="none" spc="0" baseline="0" dirty="0">
                <a:solidFill>
                  <a:srgbClr val="000000"/>
                </a:solidFill>
                <a:uFillTx/>
                <a:latin typeface="Garamond"/>
              </a:rPr>
              <a:t>Engineer</a:t>
            </a:r>
            <a:r>
              <a:rPr lang="en-US" sz="2800" b="0" i="0" u="none" strike="noStrike" kern="1200" cap="none" spc="0" baseline="0" dirty="0">
                <a:solidFill>
                  <a:srgbClr val="000000"/>
                </a:solidFill>
                <a:uFillTx/>
                <a:latin typeface="Garamond"/>
              </a:rPr>
              <a:t> → </a:t>
            </a:r>
            <a:r>
              <a:rPr lang="en-US" sz="2800" b="1" i="0" u="none" strike="noStrike" kern="1200" cap="none" spc="0" baseline="0" dirty="0">
                <a:solidFill>
                  <a:srgbClr val="000000"/>
                </a:solidFill>
                <a:uFillTx/>
                <a:latin typeface="Garamond"/>
              </a:rPr>
              <a:t>Senior DevOps Engineer</a:t>
            </a:r>
            <a:r>
              <a:rPr lang="en-US" sz="2800" b="0" i="0" u="none" strike="noStrike" kern="1200" cap="none" spc="0" baseline="0" dirty="0">
                <a:solidFill>
                  <a:srgbClr val="000000"/>
                </a:solidFill>
                <a:uFillTx/>
                <a:latin typeface="Garamond"/>
              </a:rPr>
              <a:t> → </a:t>
            </a:r>
            <a:r>
              <a:rPr lang="en-US" sz="2800" b="1" i="0" u="none" strike="noStrike" kern="1200" cap="none" spc="0" baseline="0" dirty="0">
                <a:solidFill>
                  <a:srgbClr val="000000"/>
                </a:solidFill>
                <a:uFillTx/>
                <a:latin typeface="Garamond"/>
              </a:rPr>
              <a:t>DevOps Lead</a:t>
            </a:r>
            <a:r>
              <a:rPr lang="en-US" sz="2800" b="0" i="0" u="none" strike="noStrike" kern="1200" cap="none" spc="0" baseline="0" dirty="0">
                <a:solidFill>
                  <a:srgbClr val="000000"/>
                </a:solidFill>
                <a:uFillTx/>
                <a:latin typeface="Garamond"/>
              </a:rPr>
              <a:t> → </a:t>
            </a:r>
            <a:r>
              <a:rPr lang="en-US" sz="2800" b="1" i="0" u="none" strike="noStrike" kern="1200" cap="none" spc="0" baseline="0" dirty="0">
                <a:solidFill>
                  <a:srgbClr val="000000"/>
                </a:solidFill>
                <a:uFillTx/>
                <a:latin typeface="Garamond"/>
              </a:rPr>
              <a:t>DevOps Architect</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Experience working with </a:t>
            </a:r>
            <a:r>
              <a:rPr lang="en-US" sz="2800" b="1" i="0" u="none" strike="noStrike" kern="1200" cap="none" spc="0" baseline="0" dirty="0">
                <a:solidFill>
                  <a:srgbClr val="000000"/>
                </a:solidFill>
                <a:uFillTx/>
                <a:latin typeface="Garamond"/>
              </a:rPr>
              <a:t>startups, enterprises, and mission-critical environments</a:t>
            </a:r>
            <a:endParaRPr lang="en-US" sz="28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4">
    <p:spTree>
      <p:nvGrpSpPr>
        <p:cNvPr id="1" name=""/>
        <p:cNvGrpSpPr/>
        <p:nvPr/>
      </p:nvGrpSpPr>
      <p:grpSpPr>
        <a:xfrm>
          <a:off x="0" y="0"/>
          <a:ext cx="0" cy="0"/>
          <a:chOff x="0" y="0"/>
          <a:chExt cx="0" cy="0"/>
        </a:xfrm>
      </p:grpSpPr>
      <p:sp>
        <p:nvSpPr>
          <p:cNvPr id="2" name="Rectangle 1"/>
          <p:cNvSpPr/>
          <p:nvPr/>
        </p:nvSpPr>
        <p:spPr>
          <a:xfrm>
            <a:off x="1406018" y="1170038"/>
            <a:ext cx="7737981" cy="4401205"/>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Technical Expertise:</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Cloud Platforms</a:t>
            </a:r>
            <a:r>
              <a:rPr lang="en-IN" sz="2800" b="0" i="0" u="none" strike="noStrike" kern="1200" cap="none" spc="0" baseline="0" dirty="0">
                <a:solidFill>
                  <a:srgbClr val="000000"/>
                </a:solidFill>
                <a:uFillTx/>
                <a:latin typeface="Garamond"/>
              </a:rPr>
              <a:t>: AWS, Azure, GCP</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CI/CD</a:t>
            </a:r>
            <a:r>
              <a:rPr lang="en-IN" sz="2800" b="0" i="0" u="none" strike="noStrike" kern="1200" cap="none" spc="0" baseline="0" dirty="0">
                <a:solidFill>
                  <a:srgbClr val="000000"/>
                </a:solidFill>
                <a:uFillTx/>
                <a:latin typeface="Garamond"/>
              </a:rPr>
              <a:t>: Jenkins, </a:t>
            </a:r>
            <a:r>
              <a:rPr lang="en-IN" sz="2800" b="0" i="0" u="none" strike="noStrike" kern="1200" cap="none" spc="0" baseline="0" dirty="0" err="1">
                <a:solidFill>
                  <a:srgbClr val="000000"/>
                </a:solidFill>
                <a:uFillTx/>
                <a:latin typeface="Garamond"/>
              </a:rPr>
              <a:t>GitLab</a:t>
            </a:r>
            <a:r>
              <a:rPr lang="en-IN" sz="2800" b="0" i="0" u="none" strike="noStrike" kern="1200" cap="none" spc="0" baseline="0" dirty="0">
                <a:solidFill>
                  <a:srgbClr val="000000"/>
                </a:solidFill>
                <a:uFillTx/>
                <a:latin typeface="Garamond"/>
              </a:rPr>
              <a:t> CI, Azure DevOps</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Containers &amp; Orchestration</a:t>
            </a:r>
            <a:r>
              <a:rPr lang="en-IN" sz="2800" b="0" i="0" u="none" strike="noStrike" kern="1200" cap="none" spc="0" baseline="0" dirty="0">
                <a:solidFill>
                  <a:srgbClr val="000000"/>
                </a:solidFill>
                <a:uFillTx/>
                <a:latin typeface="Garamond"/>
              </a:rPr>
              <a:t>: Docker, Kubernetes, Helm</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err="1">
                <a:solidFill>
                  <a:srgbClr val="000000"/>
                </a:solidFill>
                <a:uFillTx/>
                <a:latin typeface="Garamond"/>
              </a:rPr>
              <a:t>IaC</a:t>
            </a:r>
            <a:r>
              <a:rPr lang="en-IN" sz="2800" b="1" i="0" u="none" strike="noStrike" kern="1200" cap="none" spc="0" baseline="0" dirty="0">
                <a:solidFill>
                  <a:srgbClr val="000000"/>
                </a:solidFill>
                <a:uFillTx/>
                <a:latin typeface="Garamond"/>
              </a:rPr>
              <a:t> Tools</a:t>
            </a:r>
            <a:r>
              <a:rPr lang="en-IN" sz="2800" b="0" i="0" u="none" strike="noStrike" kern="1200" cap="none" spc="0" baseline="0" dirty="0">
                <a:solidFill>
                  <a:srgbClr val="000000"/>
                </a:solidFill>
                <a:uFillTx/>
                <a:latin typeface="Garamond"/>
              </a:rPr>
              <a:t>: Terraform, </a:t>
            </a:r>
            <a:r>
              <a:rPr lang="en-IN" sz="2800" b="0" i="0" u="none" strike="noStrike" kern="1200" cap="none" spc="0" baseline="0" dirty="0" err="1">
                <a:solidFill>
                  <a:srgbClr val="000000"/>
                </a:solidFill>
                <a:uFillTx/>
                <a:latin typeface="Garamond"/>
              </a:rPr>
              <a:t>Ansible</a:t>
            </a:r>
            <a:r>
              <a:rPr lang="en-IN" sz="2800" b="0" i="0" u="none" strike="noStrike" kern="1200" cap="none" spc="0" baseline="0" dirty="0">
                <a:solidFill>
                  <a:srgbClr val="000000"/>
                </a:solidFill>
                <a:uFillTx/>
                <a:latin typeface="Garamond"/>
              </a:rPr>
              <a:t>, </a:t>
            </a:r>
            <a:r>
              <a:rPr lang="en-IN" sz="2800" b="0" i="0" u="none" strike="noStrike" kern="1200" cap="none" spc="0" baseline="0" dirty="0" err="1">
                <a:solidFill>
                  <a:srgbClr val="000000"/>
                </a:solidFill>
                <a:uFillTx/>
                <a:latin typeface="Garamond"/>
              </a:rPr>
              <a:t>CloudFormation</a:t>
            </a:r>
            <a:endParaRPr lang="en-IN"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Monitoring &amp; Logging</a:t>
            </a:r>
            <a:r>
              <a:rPr lang="en-IN" sz="2800" b="0" i="0" u="none" strike="noStrike" kern="1200" cap="none" spc="0" baseline="0" dirty="0">
                <a:solidFill>
                  <a:srgbClr val="000000"/>
                </a:solidFill>
                <a:uFillTx/>
                <a:latin typeface="Garamond"/>
              </a:rPr>
              <a:t>: Prometheus, </a:t>
            </a:r>
            <a:r>
              <a:rPr lang="en-IN" sz="2800" b="0" i="0" u="none" strike="noStrike" kern="1200" cap="none" spc="0" baseline="0" dirty="0" err="1">
                <a:solidFill>
                  <a:srgbClr val="000000"/>
                </a:solidFill>
                <a:uFillTx/>
                <a:latin typeface="Garamond"/>
              </a:rPr>
              <a:t>Grafana</a:t>
            </a:r>
            <a:r>
              <a:rPr lang="en-IN" sz="2800" b="0" i="0" u="none" strike="noStrike" kern="1200" cap="none" spc="0" baseline="0" dirty="0">
                <a:solidFill>
                  <a:srgbClr val="000000"/>
                </a:solidFill>
                <a:uFillTx/>
                <a:latin typeface="Garamond"/>
              </a:rPr>
              <a:t>, ELK, Loki</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Security</a:t>
            </a:r>
            <a:r>
              <a:rPr lang="en-IN" sz="2800" b="0" i="0" u="none" strike="noStrike" kern="1200" cap="none" spc="0" baseline="0" dirty="0">
                <a:solidFill>
                  <a:srgbClr val="000000"/>
                </a:solidFill>
                <a:uFillTx/>
                <a:latin typeface="Garamond"/>
              </a:rPr>
              <a:t>: Vault, IAM, </a:t>
            </a:r>
            <a:r>
              <a:rPr lang="en-IN" sz="2800" b="0" i="0" u="none" strike="noStrike" kern="1200" cap="none" spc="0" baseline="0" dirty="0" err="1">
                <a:solidFill>
                  <a:srgbClr val="000000"/>
                </a:solidFill>
                <a:uFillTx/>
                <a:latin typeface="Garamond"/>
              </a:rPr>
              <a:t>DevSecOps</a:t>
            </a:r>
            <a:r>
              <a:rPr lang="en-IN" sz="2800" b="0" i="0" u="none" strike="noStrike" kern="1200" cap="none" spc="0" baseline="0" dirty="0">
                <a:solidFill>
                  <a:srgbClr val="000000"/>
                </a:solidFill>
                <a:uFillTx/>
                <a:latin typeface="Garamond"/>
              </a:rPr>
              <a:t> practices</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Scripting</a:t>
            </a:r>
            <a:r>
              <a:rPr lang="en-IN" sz="2800" b="0" i="0" u="none" strike="noStrike" kern="1200" cap="none" spc="0" baseline="0" dirty="0">
                <a:solidFill>
                  <a:srgbClr val="000000"/>
                </a:solidFill>
                <a:uFillTx/>
                <a:latin typeface="Garamond"/>
              </a:rPr>
              <a:t>: Bash, Python, YAML</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5">
    <p:spTree>
      <p:nvGrpSpPr>
        <p:cNvPr id="1" name=""/>
        <p:cNvGrpSpPr/>
        <p:nvPr/>
      </p:nvGrpSpPr>
      <p:grpSpPr>
        <a:xfrm>
          <a:off x="0" y="0"/>
          <a:ext cx="0" cy="0"/>
          <a:chOff x="0" y="0"/>
          <a:chExt cx="0" cy="0"/>
        </a:xfrm>
      </p:grpSpPr>
      <p:sp>
        <p:nvSpPr>
          <p:cNvPr id="2" name="Rectangle 1"/>
          <p:cNvSpPr/>
          <p:nvPr/>
        </p:nvSpPr>
        <p:spPr>
          <a:xfrm>
            <a:off x="1671482" y="1750140"/>
            <a:ext cx="7384026" cy="4401205"/>
          </a:xfrm>
          <a:prstGeom prst="rect">
            <a:avLst/>
          </a:prstGeom>
          <a:gradFill>
            <a:gsLst>
              <a:gs pos="0">
                <a:srgbClr val="FAFCF3"/>
              </a:gs>
              <a:gs pos="100000">
                <a:srgbClr val="D0E090"/>
              </a:gs>
            </a:gsLst>
            <a:lin ang="5400000"/>
          </a:gra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My Roles and Responsibilities: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8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0" i="0" u="none" strike="noStrike" kern="1200" cap="none" spc="0" baseline="0" dirty="0">
                <a:solidFill>
                  <a:srgbClr val="000000"/>
                </a:solidFill>
                <a:uFillTx/>
                <a:latin typeface="Garamond"/>
              </a:rPr>
              <a:t>Design and implement </a:t>
            </a:r>
            <a:r>
              <a:rPr lang="en-IN" sz="2800" b="1" i="0" u="none" strike="noStrike" kern="1200" cap="none" spc="0" baseline="0" dirty="0">
                <a:solidFill>
                  <a:srgbClr val="000000"/>
                </a:solidFill>
                <a:uFillTx/>
                <a:latin typeface="Garamond"/>
              </a:rPr>
              <a:t>end-to-end DevOps solutions</a:t>
            </a:r>
            <a:endParaRPr lang="en-IN"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0" i="0" u="none" strike="noStrike" kern="1200" cap="none" spc="0" baseline="0" dirty="0">
                <a:solidFill>
                  <a:srgbClr val="000000"/>
                </a:solidFill>
                <a:uFillTx/>
                <a:latin typeface="Garamond"/>
              </a:rPr>
              <a:t>Build </a:t>
            </a:r>
            <a:r>
              <a:rPr lang="en-IN" sz="2800" b="1" i="0" u="none" strike="noStrike" kern="1200" cap="none" spc="0" baseline="0" dirty="0">
                <a:solidFill>
                  <a:srgbClr val="000000"/>
                </a:solidFill>
                <a:uFillTx/>
                <a:latin typeface="Garamond"/>
              </a:rPr>
              <a:t>scalable CI/CD pipelines</a:t>
            </a:r>
            <a:endParaRPr lang="en-IN"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0" i="0" u="none" strike="noStrike" kern="1200" cap="none" spc="0" baseline="0" dirty="0">
                <a:solidFill>
                  <a:srgbClr val="000000"/>
                </a:solidFill>
                <a:uFillTx/>
                <a:latin typeface="Garamond"/>
              </a:rPr>
              <a:t>Enable </a:t>
            </a:r>
            <a:r>
              <a:rPr lang="en-IN" sz="2800" b="1" i="0" u="none" strike="noStrike" kern="1200" cap="none" spc="0" baseline="0" dirty="0">
                <a:solidFill>
                  <a:srgbClr val="000000"/>
                </a:solidFill>
                <a:uFillTx/>
                <a:latin typeface="Garamond"/>
              </a:rPr>
              <a:t>cloud infrastructure automation</a:t>
            </a:r>
            <a:endParaRPr lang="en-IN"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0" i="0" u="none" strike="noStrike" kern="1200" cap="none" spc="0" baseline="0" dirty="0">
                <a:solidFill>
                  <a:srgbClr val="000000"/>
                </a:solidFill>
                <a:uFillTx/>
                <a:latin typeface="Garamond"/>
              </a:rPr>
              <a:t>Ensure </a:t>
            </a:r>
            <a:r>
              <a:rPr lang="en-IN" sz="2800" b="1" i="0" u="none" strike="noStrike" kern="1200" cap="none" spc="0" baseline="0" dirty="0">
                <a:solidFill>
                  <a:srgbClr val="000000"/>
                </a:solidFill>
                <a:uFillTx/>
                <a:latin typeface="Garamond"/>
              </a:rPr>
              <a:t>security and compliance</a:t>
            </a:r>
            <a:r>
              <a:rPr lang="en-IN" sz="2800" b="0" i="0" u="none" strike="noStrike" kern="1200" cap="none" spc="0" baseline="0" dirty="0">
                <a:solidFill>
                  <a:srgbClr val="000000"/>
                </a:solidFill>
                <a:uFillTx/>
                <a:latin typeface="Garamond"/>
              </a:rPr>
              <a:t> in DevOps pipelines</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2800" b="0" i="0" u="none" strike="noStrike" kern="1200" cap="none" spc="0" baseline="0" dirty="0">
                <a:solidFill>
                  <a:srgbClr val="000000"/>
                </a:solidFill>
                <a:uFillTx/>
                <a:latin typeface="Garamond"/>
              </a:rPr>
              <a:t>Promote </a:t>
            </a:r>
            <a:r>
              <a:rPr lang="en-IN" sz="2800" b="1" i="0" u="none" strike="noStrike" kern="1200" cap="none" spc="0" baseline="0" dirty="0">
                <a:solidFill>
                  <a:srgbClr val="000000"/>
                </a:solidFill>
                <a:uFillTx/>
                <a:latin typeface="Garamond"/>
              </a:rPr>
              <a:t>DevOps culture</a:t>
            </a:r>
            <a:r>
              <a:rPr lang="en-IN" sz="2800" b="0" i="0" u="none" strike="noStrike" kern="1200" cap="none" spc="0" baseline="0" dirty="0">
                <a:solidFill>
                  <a:srgbClr val="000000"/>
                </a:solidFill>
                <a:uFillTx/>
                <a:latin typeface="Garamond"/>
              </a:rPr>
              <a:t> across development &amp; operations teams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6">
    <p:spTree>
      <p:nvGrpSpPr>
        <p:cNvPr id="1" name=""/>
        <p:cNvGrpSpPr/>
        <p:nvPr/>
      </p:nvGrpSpPr>
      <p:grpSpPr>
        <a:xfrm>
          <a:off x="0" y="0"/>
          <a:ext cx="0" cy="0"/>
          <a:chOff x="0" y="0"/>
          <a:chExt cx="0" cy="0"/>
        </a:xfrm>
      </p:grpSpPr>
      <p:sp>
        <p:nvSpPr>
          <p:cNvPr id="2" name="Rectangle 1"/>
          <p:cNvSpPr/>
          <p:nvPr/>
        </p:nvSpPr>
        <p:spPr>
          <a:xfrm>
            <a:off x="3047996" y="2690338"/>
            <a:ext cx="6096003" cy="3416320"/>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dirty="0">
                <a:solidFill>
                  <a:srgbClr val="000000"/>
                </a:solidFill>
                <a:uFillTx/>
                <a:latin typeface="Garamond"/>
              </a:rPr>
              <a:t>Why I Teach?</a:t>
            </a:r>
          </a:p>
          <a:p>
            <a:pPr marL="0" marR="0" lvl="0" indent="0"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Passionate about </a:t>
            </a:r>
            <a:r>
              <a:rPr lang="en-US" sz="2400" b="1" i="0" u="none" strike="noStrike" kern="1200" cap="none" spc="0" baseline="0" dirty="0">
                <a:solidFill>
                  <a:srgbClr val="000000"/>
                </a:solidFill>
                <a:uFillTx/>
                <a:latin typeface="Garamond"/>
              </a:rPr>
              <a:t>knowledge sharing</a:t>
            </a: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Realized the </a:t>
            </a:r>
            <a:r>
              <a:rPr lang="en-US" sz="2400" b="1" i="0" u="none" strike="noStrike" kern="1200" cap="none" spc="0" baseline="0" dirty="0">
                <a:solidFill>
                  <a:srgbClr val="000000"/>
                </a:solidFill>
                <a:uFillTx/>
                <a:latin typeface="Garamond"/>
              </a:rPr>
              <a:t>gap between theoretical and practical DevOps</a:t>
            </a: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Aim to provide </a:t>
            </a:r>
            <a:r>
              <a:rPr lang="en-US" sz="2400" b="1" i="0" u="none" strike="noStrike" kern="1200" cap="none" spc="0" baseline="0" dirty="0">
                <a:solidFill>
                  <a:srgbClr val="000000"/>
                </a:solidFill>
                <a:uFillTx/>
                <a:latin typeface="Garamond"/>
              </a:rPr>
              <a:t>industry-relevant, hands-on training</a:t>
            </a: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Want to </a:t>
            </a:r>
            <a:r>
              <a:rPr lang="en-US" sz="2400" b="1" i="0" u="none" strike="noStrike" kern="1200" cap="none" spc="0" baseline="0" dirty="0">
                <a:solidFill>
                  <a:srgbClr val="000000"/>
                </a:solidFill>
                <a:uFillTx/>
                <a:latin typeface="Garamond"/>
              </a:rPr>
              <a:t>mentor the next generation</a:t>
            </a:r>
            <a:r>
              <a:rPr lang="en-US" sz="2400" b="0" i="0" u="none" strike="noStrike" kern="1200" cap="none" spc="0" baseline="0" dirty="0">
                <a:solidFill>
                  <a:srgbClr val="000000"/>
                </a:solidFill>
                <a:uFillTx/>
                <a:latin typeface="Garamond"/>
              </a:rPr>
              <a:t> of DevOps professionals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7">
    <p:spTree>
      <p:nvGrpSpPr>
        <p:cNvPr id="1" name=""/>
        <p:cNvGrpSpPr/>
        <p:nvPr/>
      </p:nvGrpSpPr>
      <p:grpSpPr>
        <a:xfrm>
          <a:off x="0" y="0"/>
          <a:ext cx="0" cy="0"/>
          <a:chOff x="0" y="0"/>
          <a:chExt cx="0" cy="0"/>
        </a:xfrm>
      </p:grpSpPr>
      <p:sp>
        <p:nvSpPr>
          <p:cNvPr id="2" name="Rectangle 1"/>
          <p:cNvSpPr/>
          <p:nvPr/>
        </p:nvSpPr>
        <p:spPr>
          <a:xfrm>
            <a:off x="2399067" y="1579293"/>
            <a:ext cx="6096003" cy="4401205"/>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800" b="1" i="0" u="none" strike="noStrike" kern="1200" cap="none" spc="0" baseline="0" dirty="0">
                <a:solidFill>
                  <a:srgbClr val="000000"/>
                </a:solidFill>
                <a:uFillTx/>
                <a:latin typeface="Garamond"/>
              </a:rPr>
              <a:t>What You Can Expect?</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800" b="1"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1" i="0" u="none" strike="noStrike" kern="1200" cap="none" spc="0" baseline="0" dirty="0">
                <a:solidFill>
                  <a:srgbClr val="000000"/>
                </a:solidFill>
                <a:uFillTx/>
                <a:latin typeface="Garamond"/>
              </a:rPr>
              <a:t>Hands-on labs</a:t>
            </a:r>
            <a:r>
              <a:rPr lang="en-US" sz="2800" b="0" i="0" u="none" strike="noStrike" kern="1200" cap="none" spc="0" baseline="0" dirty="0">
                <a:solidFill>
                  <a:srgbClr val="000000"/>
                </a:solidFill>
                <a:uFillTx/>
                <a:latin typeface="Garamond"/>
              </a:rPr>
              <a:t> and real-world project scenarios</a:t>
            </a: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Focus on </a:t>
            </a:r>
            <a:r>
              <a:rPr lang="en-US" sz="2800" b="1" i="0" u="none" strike="noStrike" kern="1200" cap="none" spc="0" baseline="0" dirty="0">
                <a:solidFill>
                  <a:srgbClr val="000000"/>
                </a:solidFill>
                <a:uFillTx/>
                <a:latin typeface="Garamond"/>
              </a:rPr>
              <a:t>core DevOps concepts + cloud-native tools</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Tips for </a:t>
            </a:r>
            <a:r>
              <a:rPr lang="en-US" sz="2800" b="1" i="0" u="none" strike="noStrike" kern="1200" cap="none" spc="0" baseline="0" dirty="0">
                <a:solidFill>
                  <a:srgbClr val="000000"/>
                </a:solidFill>
                <a:uFillTx/>
                <a:latin typeface="Garamond"/>
              </a:rPr>
              <a:t>certifications, interviews, and career growth</a:t>
            </a:r>
            <a:endParaRPr lang="en-US" sz="2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US" sz="2800" b="0" i="0" u="none" strike="noStrike" kern="1200" cap="none" spc="0" baseline="0" dirty="0">
                <a:solidFill>
                  <a:srgbClr val="000000"/>
                </a:solidFill>
                <a:uFillTx/>
                <a:latin typeface="Garamond"/>
              </a:rPr>
              <a:t>Ongoing support, feedback, and mentorship</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72801" y="-995980"/>
            <a:ext cx="16137602" cy="8849960"/>
          </a:xfrm>
          <a:prstGeom prst="rect">
            <a:avLst/>
          </a:prstGeom>
        </p:spPr>
      </p:pic>
    </p:spTree>
    <p:extLst>
      <p:ext uri="{BB962C8B-B14F-4D97-AF65-F5344CB8AC3E}">
        <p14:creationId xmlns:p14="http://schemas.microsoft.com/office/powerpoint/2010/main" val="8136808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9">
    <p:spTree>
      <p:nvGrpSpPr>
        <p:cNvPr id="1" name=""/>
        <p:cNvGrpSpPr/>
        <p:nvPr/>
      </p:nvGrpSpPr>
      <p:grpSpPr>
        <a:xfrm>
          <a:off x="0" y="0"/>
          <a:ext cx="0" cy="0"/>
          <a:chOff x="0" y="0"/>
          <a:chExt cx="0" cy="0"/>
        </a:xfrm>
      </p:grpSpPr>
      <p:sp>
        <p:nvSpPr>
          <p:cNvPr id="2" name="Rectangle 4"/>
          <p:cNvSpPr/>
          <p:nvPr/>
        </p:nvSpPr>
        <p:spPr>
          <a:xfrm>
            <a:off x="904570" y="875071"/>
            <a:ext cx="10592208" cy="4893647"/>
          </a:xfrm>
          <a:prstGeom prst="rect">
            <a:avLst/>
          </a:prstGeom>
          <a:blipFill>
            <a:blip r:embed="rId2">
              <a:alphaModFix/>
            </a:blip>
            <a:tile sx="100000" sy="100000" algn="tl"/>
          </a:blip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3200" b="1" i="0" u="none" strike="noStrike" kern="1200" cap="none" spc="0" baseline="0" dirty="0">
                <a:solidFill>
                  <a:srgbClr val="000000"/>
                </a:solidFill>
                <a:uFillTx/>
                <a:latin typeface="Garamond"/>
              </a:rPr>
              <a:t>Software Development Life Cycle (SDLC)</a:t>
            </a:r>
            <a:br>
              <a:rPr lang="en-IN" sz="3200" b="1" i="0" u="none" strike="noStrike" kern="1200" cap="none" spc="0" baseline="0" dirty="0">
                <a:solidFill>
                  <a:srgbClr val="000000"/>
                </a:solidFill>
                <a:uFillTx/>
                <a:latin typeface="Garamond"/>
              </a:rPr>
            </a:br>
            <a:r>
              <a:rPr lang="en-IN" sz="3200" b="1" i="0" u="none" strike="noStrike" kern="1200" cap="none" spc="0" baseline="0" dirty="0">
                <a:solidFill>
                  <a:srgbClr val="000000"/>
                </a:solidFill>
                <a:uFillTx/>
                <a:latin typeface="Garamond"/>
              </a:rPr>
              <a:t/>
            </a:r>
            <a:br>
              <a:rPr lang="en-IN" sz="3200" b="1" i="0" u="none" strike="noStrike" kern="1200" cap="none" spc="0" baseline="0" dirty="0">
                <a:solidFill>
                  <a:srgbClr val="000000"/>
                </a:solidFill>
                <a:uFillTx/>
                <a:latin typeface="Garamond"/>
              </a:rPr>
            </a:br>
            <a:r>
              <a:rPr lang="en-IN" sz="3200" b="1" i="0" u="none" strike="noStrike" kern="1200" cap="none" spc="0" baseline="0" dirty="0">
                <a:solidFill>
                  <a:srgbClr val="000000"/>
                </a:solidFill>
                <a:uFillTx/>
                <a:latin typeface="Garamond"/>
              </a:rPr>
              <a:t/>
            </a:r>
            <a:br>
              <a:rPr lang="en-IN" sz="3200" b="1" i="0" u="none" strike="noStrike" kern="1200" cap="none" spc="0" baseline="0" dirty="0">
                <a:solidFill>
                  <a:srgbClr val="000000"/>
                </a:solidFill>
                <a:uFillTx/>
                <a:latin typeface="Garamond"/>
              </a:rPr>
            </a:br>
            <a:r>
              <a:rPr lang="en-IN" sz="2400" b="0" i="0" u="none" strike="noStrike" kern="1200" cap="none" spc="0" baseline="0" dirty="0">
                <a:solidFill>
                  <a:srgbClr val="000000"/>
                </a:solidFill>
                <a:uFillTx/>
                <a:latin typeface="Garamond"/>
              </a:rPr>
              <a:t>The Software Development Life Cycle (SDLC) is a structured process that defines the stages involved in the development of software.</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solidFill>
                  <a:srgbClr val="000000"/>
                </a:solidFill>
                <a:uFillTx/>
                <a:latin typeface="Garamond"/>
              </a:rPr>
              <a:t>SDLC Models: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smtClean="0">
                <a:solidFill>
                  <a:srgbClr val="000000"/>
                </a:solidFill>
                <a:uFillTx/>
                <a:latin typeface="Garamond"/>
              </a:rPr>
              <a:t>1.Waterfall Model</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dirty="0" smtClean="0">
                <a:solidFill>
                  <a:srgbClr val="000000"/>
                </a:solidFill>
                <a:latin typeface="Garamond"/>
              </a:rPr>
              <a:t>2.Agile</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dirty="0" smtClean="0">
                <a:solidFill>
                  <a:srgbClr val="000000"/>
                </a:solidFill>
                <a:uFillTx/>
                <a:latin typeface="Garamond"/>
              </a:rPr>
              <a:t>3.DevOps</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18">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494516" y="475835"/>
            <a:ext cx="11202963" cy="5906319"/>
          </a:xfrm>
          <a:prstGeom prst="rect">
            <a:avLst/>
          </a:prstGeom>
          <a:noFill/>
          <a:ln cap="flat">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19">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2291934" y="-676848"/>
            <a:ext cx="14635319" cy="7163912"/>
          </a:xfrm>
          <a:prstGeom prst="rect">
            <a:avLst/>
          </a:prstGeom>
          <a:noFill/>
          <a:ln cap="flat">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20">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1796567" y="-981690"/>
            <a:ext cx="15785131" cy="8821381"/>
          </a:xfrm>
          <a:prstGeom prst="rect">
            <a:avLst/>
          </a:prstGeom>
          <a:noFill/>
          <a:ln cap="flat">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11">
    <p:spTree>
      <p:nvGrpSpPr>
        <p:cNvPr id="1" name=""/>
        <p:cNvGrpSpPr/>
        <p:nvPr/>
      </p:nvGrpSpPr>
      <p:grpSpPr>
        <a:xfrm>
          <a:off x="0" y="0"/>
          <a:ext cx="0" cy="0"/>
          <a:chOff x="0" y="0"/>
          <a:chExt cx="0" cy="0"/>
        </a:xfrm>
      </p:grpSpPr>
      <p:sp>
        <p:nvSpPr>
          <p:cNvPr id="2" name="Rectangle 1"/>
          <p:cNvSpPr/>
          <p:nvPr/>
        </p:nvSpPr>
        <p:spPr>
          <a:xfrm flipH="1">
            <a:off x="11361740" y="1337191"/>
            <a:ext cx="142006" cy="172574"/>
          </a:xfrm>
          <a:prstGeom prst="rect">
            <a:avLst/>
          </a:prstGeom>
          <a:solidFill>
            <a:srgbClr val="FFFFFF"/>
          </a:solidFill>
          <a:ln w="15873" cap="flat">
            <a:solidFill>
              <a:srgbClr val="000000"/>
            </a:solidFill>
            <a:prstDash val="solid"/>
            <a:miter/>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Garamond"/>
            </a:endParaRPr>
          </a:p>
        </p:txBody>
      </p:sp>
      <p:sp>
        <p:nvSpPr>
          <p:cNvPr id="3" name="Rectangle 2"/>
          <p:cNvSpPr/>
          <p:nvPr/>
        </p:nvSpPr>
        <p:spPr>
          <a:xfrm>
            <a:off x="3047996" y="1582341"/>
            <a:ext cx="6096003" cy="3693316"/>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1" i="0" u="none" strike="noStrike" kern="1200" cap="none" spc="0" baseline="0">
                <a:solidFill>
                  <a:srgbClr val="000000"/>
                </a:solidFill>
                <a:uFillTx/>
                <a:latin typeface="Garamond"/>
              </a:rPr>
              <a:t>What is DevOps?</a:t>
            </a:r>
            <a:endParaRPr lang="en-IN" sz="1800" b="0" i="0" u="none" strike="noStrike" kern="1200" cap="none" spc="0" baseline="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Garamond"/>
              </a:rPr>
              <a:t>DevOps is a culture and set of practices that bring together software development (Dev) and IT operations (Ops) teams to collaborate throughout the software development lifecycle. The goal is to shorten development cycles, increase deployment frequency, and improve software quality.</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800" b="0" i="0" u="none" strike="noStrike" kern="1200" cap="none" spc="0" baseline="0">
                <a:solidFill>
                  <a:srgbClr val="000000"/>
                </a:solidFill>
                <a:uFillTx/>
                <a:latin typeface="Garamond"/>
              </a:rPr>
              <a:t>Example: In DevOps, developers and operations teams work together on the same goals, using automation to streamline repetitive tasks like code deployment, configuration management, and testing.</a:t>
            </a:r>
          </a:p>
        </p:txBody>
      </p:sp>
      <p:pic>
        <p:nvPicPr>
          <p:cNvPr id="4" name="Picture 3">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2020430" y="-1158105"/>
            <a:ext cx="16232867" cy="8973802"/>
          </a:xfrm>
          <a:prstGeom prst="rect">
            <a:avLst/>
          </a:prstGeom>
          <a:noFill/>
          <a:ln cap="flat">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2125221" y="-838797"/>
            <a:ext cx="16442448" cy="8535594"/>
          </a:xfrm>
          <a:prstGeom prst="rect">
            <a:avLst/>
          </a:prstGeom>
          <a:noFill/>
          <a:ln cap="flat">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000000-0000-0000-0000-000000000000}"/>
              </a:ext>
            </a:extLst>
          </p:cNvPr>
          <p:cNvPicPr>
            <a:picLocks noChangeAspect="1"/>
          </p:cNvPicPr>
          <p:nvPr/>
        </p:nvPicPr>
        <p:blipFill>
          <a:blip r:embed="rId2"/>
          <a:stretch>
            <a:fillRect/>
          </a:stretch>
        </p:blipFill>
        <p:spPr>
          <a:xfrm>
            <a:off x="-1286908" y="-910239"/>
            <a:ext cx="14765813" cy="8678488"/>
          </a:xfrm>
          <a:prstGeom prst="rect">
            <a:avLst/>
          </a:prstGeom>
          <a:noFill/>
          <a:ln cap="flat">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14">
    <p:spTree>
      <p:nvGrpSpPr>
        <p:cNvPr id="1" name=""/>
        <p:cNvGrpSpPr/>
        <p:nvPr/>
      </p:nvGrpSpPr>
      <p:grpSpPr>
        <a:xfrm>
          <a:off x="0" y="0"/>
          <a:ext cx="0" cy="0"/>
          <a:chOff x="0" y="0"/>
          <a:chExt cx="0" cy="0"/>
        </a:xfrm>
      </p:grpSpPr>
      <p:sp>
        <p:nvSpPr>
          <p:cNvPr id="2" name="Rectangle 1"/>
          <p:cNvSpPr/>
          <p:nvPr/>
        </p:nvSpPr>
        <p:spPr>
          <a:xfrm>
            <a:off x="636998" y="719193"/>
            <a:ext cx="10736491" cy="6555641"/>
          </a:xfrm>
          <a:prstGeom prst="rect">
            <a:avLst/>
          </a:prstGeom>
          <a:blipFill>
            <a:blip r:embed="rId2">
              <a:alphaModFix/>
            </a:blip>
            <a:tile sx="100000" sy="100000" algn="tl"/>
          </a:blip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DevOps Model &amp; Life Cycle</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0" i="0" u="none" strike="noStrike" kern="1200" cap="none" spc="0" baseline="0" dirty="0">
                <a:solidFill>
                  <a:srgbClr val="000000"/>
                </a:solidFill>
                <a:uFillTx/>
                <a:latin typeface="Garamond"/>
              </a:rPr>
              <a:t>The DevOps lifecycle involves continuous development, integration, testing, deployment, and monitoring. It’s an iterative process aimed at ensuring fast, reliable, and efficient software delivery.</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Continuous Development:</a:t>
            </a:r>
            <a:r>
              <a:rPr lang="en-IN" sz="2800" b="0" i="0" u="none" strike="noStrike" kern="1200" cap="none" spc="0" baseline="0" dirty="0">
                <a:solidFill>
                  <a:srgbClr val="000000"/>
                </a:solidFill>
                <a:uFillTx/>
                <a:latin typeface="Garamond"/>
              </a:rPr>
              <a:t> Plan and write the code.</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Continuous Integration (CI):</a:t>
            </a:r>
            <a:r>
              <a:rPr lang="en-IN" sz="2800" b="0" i="0" u="none" strike="noStrike" kern="1200" cap="none" spc="0" baseline="0" dirty="0">
                <a:solidFill>
                  <a:srgbClr val="000000"/>
                </a:solidFill>
                <a:uFillTx/>
                <a:latin typeface="Garamond"/>
              </a:rPr>
              <a:t> Merge code into a shared repository regularly.</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Continuous Testing:</a:t>
            </a:r>
            <a:r>
              <a:rPr lang="en-IN" sz="2800" b="0" i="0" u="none" strike="noStrike" kern="1200" cap="none" spc="0" baseline="0" dirty="0">
                <a:solidFill>
                  <a:srgbClr val="000000"/>
                </a:solidFill>
                <a:uFillTx/>
                <a:latin typeface="Garamond"/>
              </a:rPr>
              <a:t> Automate testing to ensure that code works as expected.</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Continuous Deployment (CD):</a:t>
            </a:r>
            <a:r>
              <a:rPr lang="en-IN" sz="2800" b="0" i="0" u="none" strike="noStrike" kern="1200" cap="none" spc="0" baseline="0" dirty="0">
                <a:solidFill>
                  <a:srgbClr val="000000"/>
                </a:solidFill>
                <a:uFillTx/>
                <a:latin typeface="Garamond"/>
              </a:rPr>
              <a:t> Automatically deploy the application after successful testing.</a:t>
            </a:r>
            <a:endParaRPr lang="en-IN" sz="24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Garamond"/>
              </a:rPr>
              <a:t>Continuous Monitoring:</a:t>
            </a:r>
            <a:r>
              <a:rPr lang="en-IN" sz="2800" b="0" i="0" u="none" strike="noStrike" kern="1200" cap="none" spc="0" baseline="0" dirty="0">
                <a:solidFill>
                  <a:srgbClr val="000000"/>
                </a:solidFill>
                <a:uFillTx/>
                <a:latin typeface="Garamond"/>
              </a:rPr>
              <a:t> Monitor the application and infrastructure for performance issues.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sp>
        <p:nvSpPr>
          <p:cNvPr id="2" name="Rectangle 1"/>
          <p:cNvSpPr/>
          <p:nvPr/>
        </p:nvSpPr>
        <p:spPr>
          <a:xfrm>
            <a:off x="1317522" y="1012725"/>
            <a:ext cx="7826477" cy="4339650"/>
          </a:xfrm>
          <a:prstGeom prst="rect">
            <a:avLst/>
          </a:prstGeom>
          <a:solidFill>
            <a:srgbClr val="92D050"/>
          </a:solid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DevOps Tools Overview</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DevOps tools are designed to automate and support various aspects of the DevOps lifecycle. Some popular tools include:</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Jenkins</a:t>
            </a:r>
            <a:r>
              <a:rPr lang="en-IN" sz="2400" b="0" i="0" u="none" strike="noStrike" kern="1200" cap="none" spc="0" baseline="0" dirty="0">
                <a:solidFill>
                  <a:srgbClr val="000000"/>
                </a:solidFill>
                <a:uFillTx/>
                <a:latin typeface="Garamond"/>
              </a:rPr>
              <a:t> – for Continuous Integration/Continuous Deployment.</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Docker</a:t>
            </a:r>
            <a:r>
              <a:rPr lang="en-IN" sz="2400" b="0" i="0" u="none" strike="noStrike" kern="1200" cap="none" spc="0" baseline="0" dirty="0">
                <a:solidFill>
                  <a:srgbClr val="000000"/>
                </a:solidFill>
                <a:uFillTx/>
                <a:latin typeface="Garamond"/>
              </a:rPr>
              <a:t> – for containerization.</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Kubernetes</a:t>
            </a:r>
            <a:r>
              <a:rPr lang="en-IN" sz="2400" b="0" i="0" u="none" strike="noStrike" kern="1200" cap="none" spc="0" baseline="0" dirty="0">
                <a:solidFill>
                  <a:srgbClr val="000000"/>
                </a:solidFill>
                <a:uFillTx/>
                <a:latin typeface="Garamond"/>
              </a:rPr>
              <a:t> – for container orchestration.</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Terraform</a:t>
            </a:r>
            <a:r>
              <a:rPr lang="en-IN" sz="2400" b="0" i="0" u="none" strike="noStrike" kern="1200" cap="none" spc="0" baseline="0" dirty="0">
                <a:solidFill>
                  <a:srgbClr val="000000"/>
                </a:solidFill>
                <a:uFillTx/>
                <a:latin typeface="Garamond"/>
              </a:rPr>
              <a:t> – for Infrastructure as Code.</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err="1">
                <a:solidFill>
                  <a:srgbClr val="000000"/>
                </a:solidFill>
                <a:uFillTx/>
                <a:latin typeface="Garamond"/>
              </a:rPr>
              <a:t>Ansible</a:t>
            </a:r>
            <a:r>
              <a:rPr lang="en-IN" sz="2400" b="1" i="0" u="none" strike="noStrike" kern="1200" cap="none" spc="0" baseline="0" dirty="0">
                <a:solidFill>
                  <a:srgbClr val="000000"/>
                </a:solidFill>
                <a:uFillTx/>
                <a:latin typeface="Garamond"/>
              </a:rPr>
              <a:t>/Chef/Puppet</a:t>
            </a:r>
            <a:r>
              <a:rPr lang="en-IN" sz="2400" b="0" i="0" u="none" strike="noStrike" kern="1200" cap="none" spc="0" baseline="0" dirty="0">
                <a:solidFill>
                  <a:srgbClr val="000000"/>
                </a:solidFill>
                <a:uFillTx/>
                <a:latin typeface="Garamond"/>
              </a:rPr>
              <a:t> – for configuration management.</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Nagios/Prometheus</a:t>
            </a:r>
            <a:r>
              <a:rPr lang="en-IN" sz="2400" b="0" i="0" u="none" strike="noStrike" kern="1200" cap="none" spc="0" baseline="0" dirty="0">
                <a:solidFill>
                  <a:srgbClr val="000000"/>
                </a:solidFill>
                <a:uFillTx/>
                <a:latin typeface="Garamond"/>
              </a:rPr>
              <a:t> – for monitoring.</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8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sp>
        <p:nvSpPr>
          <p:cNvPr id="2" name="Rectangle 1"/>
          <p:cNvSpPr/>
          <p:nvPr/>
        </p:nvSpPr>
        <p:spPr>
          <a:xfrm>
            <a:off x="1170038" y="1278194"/>
            <a:ext cx="7973961" cy="4955203"/>
          </a:xfrm>
          <a:prstGeom prst="rect">
            <a:avLst/>
          </a:prstGeom>
          <a:blipFill>
            <a:blip r:embed="rId2">
              <a:alphaModFix/>
            </a:blip>
            <a:tile sx="100000" sy="100000" algn="tl"/>
          </a:blipFill>
          <a:ln cap="flat">
            <a:noFill/>
            <a:prstDash val="solid"/>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Market Trends &amp; Career Scope</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DevOps is rapidly growing, with more companies adopting DevOps practices to accelerate software delivery. The demand for skilled DevOps engineers is high, and many companies are looking for professionals with expertise in tools like Docker, Kubernetes, Jenkins, and Terraform.</a:t>
            </a:r>
            <a:endParaRPr lang="en-IN" sz="2000" b="0" i="0" u="none" strike="noStrike" kern="1200" cap="none" spc="0" baseline="0" dirty="0">
              <a:solidFill>
                <a:srgbClr val="000000"/>
              </a:solidFill>
              <a:uFillTx/>
              <a:latin typeface="Garamond"/>
            </a:endParaRP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Garamond"/>
              </a:rPr>
              <a:t>Trends:</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Increased use of </a:t>
            </a:r>
            <a:r>
              <a:rPr lang="en-IN" sz="2400" b="1" i="0" u="none" strike="noStrike" kern="1200" cap="none" spc="0" baseline="0" dirty="0">
                <a:solidFill>
                  <a:srgbClr val="000000"/>
                </a:solidFill>
                <a:uFillTx/>
                <a:latin typeface="Garamond"/>
              </a:rPr>
              <a:t>Cloud Services</a:t>
            </a:r>
            <a:r>
              <a:rPr lang="en-IN" sz="2400" b="0" i="0" u="none" strike="noStrike" kern="1200" cap="none" spc="0" baseline="0" dirty="0">
                <a:solidFill>
                  <a:srgbClr val="000000"/>
                </a:solidFill>
                <a:uFillTx/>
                <a:latin typeface="Garamond"/>
              </a:rPr>
              <a:t> (AWS, Azure, GCP).</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Rise of </a:t>
            </a:r>
            <a:r>
              <a:rPr lang="en-IN" sz="2400" b="1" i="0" u="none" strike="noStrike" kern="1200" cap="none" spc="0" baseline="0" dirty="0">
                <a:solidFill>
                  <a:srgbClr val="000000"/>
                </a:solidFill>
                <a:uFillTx/>
                <a:latin typeface="Garamond"/>
              </a:rPr>
              <a:t>Infrastructure as Code (</a:t>
            </a:r>
            <a:r>
              <a:rPr lang="en-IN" sz="2400" b="1" i="0" u="none" strike="noStrike" kern="1200" cap="none" spc="0" baseline="0" dirty="0" err="1">
                <a:solidFill>
                  <a:srgbClr val="000000"/>
                </a:solidFill>
                <a:uFillTx/>
                <a:latin typeface="Garamond"/>
              </a:rPr>
              <a:t>IaC</a:t>
            </a:r>
            <a:r>
              <a:rPr lang="en-IN" sz="2400" b="1" i="0" u="none" strike="noStrike" kern="1200" cap="none" spc="0" baseline="0" dirty="0">
                <a:solidFill>
                  <a:srgbClr val="000000"/>
                </a:solidFill>
                <a:uFillTx/>
                <a:latin typeface="Garamond"/>
              </a:rPr>
              <a:t>)</a:t>
            </a:r>
            <a:r>
              <a:rPr lang="en-IN" sz="2400" b="0" i="0" u="none" strike="noStrike" kern="1200" cap="none" spc="0" baseline="0" dirty="0">
                <a:solidFill>
                  <a:srgbClr val="000000"/>
                </a:solidFill>
                <a:uFillTx/>
                <a:latin typeface="Garamond"/>
              </a:rPr>
              <a:t> tools like Terraform and </a:t>
            </a:r>
            <a:r>
              <a:rPr lang="en-IN" sz="2400" b="0" i="0" u="none" strike="noStrike" kern="1200" cap="none" spc="0" baseline="0" dirty="0" err="1">
                <a:solidFill>
                  <a:srgbClr val="000000"/>
                </a:solidFill>
                <a:uFillTx/>
                <a:latin typeface="Garamond"/>
              </a:rPr>
              <a:t>Ansible</a:t>
            </a:r>
            <a:r>
              <a:rPr lang="en-IN" sz="2400" b="0" i="0" u="none" strike="noStrike" kern="1200" cap="none" spc="0" baseline="0" dirty="0">
                <a:solidFill>
                  <a:srgbClr val="000000"/>
                </a:solidFill>
                <a:uFillTx/>
                <a:latin typeface="Garamond"/>
              </a:rPr>
              <a:t>.</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Growing focus on </a:t>
            </a:r>
            <a:r>
              <a:rPr lang="en-IN" sz="2400" b="1" i="0" u="none" strike="noStrike" kern="1200" cap="none" spc="0" baseline="0" dirty="0">
                <a:solidFill>
                  <a:srgbClr val="000000"/>
                </a:solidFill>
                <a:uFillTx/>
                <a:latin typeface="Garamond"/>
              </a:rPr>
              <a:t>Security (</a:t>
            </a:r>
            <a:r>
              <a:rPr lang="en-IN" sz="2400" b="1" i="0" u="none" strike="noStrike" kern="1200" cap="none" spc="0" baseline="0" dirty="0" err="1">
                <a:solidFill>
                  <a:srgbClr val="000000"/>
                </a:solidFill>
                <a:uFillTx/>
                <a:latin typeface="Garamond"/>
              </a:rPr>
              <a:t>DevSecOps</a:t>
            </a:r>
            <a:r>
              <a:rPr lang="en-IN" sz="2400" b="1" i="0" u="none" strike="noStrike" kern="1200" cap="none" spc="0" baseline="0" dirty="0">
                <a:solidFill>
                  <a:srgbClr val="000000"/>
                </a:solidFill>
                <a:uFillTx/>
                <a:latin typeface="Garamond"/>
              </a:rPr>
              <a:t>)</a:t>
            </a:r>
            <a:r>
              <a:rPr lang="en-IN" sz="2400" b="0" i="0" u="none" strike="noStrike" kern="1200" cap="none" spc="0" baseline="0" dirty="0">
                <a:solidFill>
                  <a:srgbClr val="000000"/>
                </a:solidFill>
                <a:uFillTx/>
                <a:latin typeface="Garamond"/>
              </a:rPr>
              <a:t>, integrating security practices into the CI/CD pipeline.</a:t>
            </a:r>
            <a:endParaRPr lang="en-IN" sz="2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0" i="0" u="none" strike="noStrike" kern="1200" cap="none" spc="0" baseline="0" dirty="0">
                <a:solidFill>
                  <a:srgbClr val="000000"/>
                </a:solidFill>
                <a:uFillTx/>
                <a:latin typeface="Garamond"/>
              </a:rPr>
              <a:t>Expansion of </a:t>
            </a:r>
            <a:r>
              <a:rPr lang="en-IN" sz="2400" b="1" i="0" u="none" strike="noStrike" kern="1200" cap="none" spc="0" baseline="0" dirty="0">
                <a:solidFill>
                  <a:srgbClr val="000000"/>
                </a:solidFill>
                <a:uFillTx/>
                <a:latin typeface="Garamond"/>
              </a:rPr>
              <a:t>Automation</a:t>
            </a:r>
            <a:r>
              <a:rPr lang="en-IN" sz="2400" b="0" i="0" u="none" strike="noStrike" kern="1200" cap="none" spc="0" baseline="0" dirty="0">
                <a:solidFill>
                  <a:srgbClr val="000000"/>
                </a:solidFill>
                <a:uFillTx/>
                <a:latin typeface="Garamond"/>
              </a:rPr>
              <a:t> to improve efficiency.</a:t>
            </a:r>
            <a:endParaRPr lang="en-IN" sz="20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17">
    <p:bg>
      <p:bgPr>
        <a:solidFill>
          <a:srgbClr val="92D050"/>
        </a:solidFill>
        <a:effectLst/>
      </p:bgPr>
    </p:bg>
    <p:spTree>
      <p:nvGrpSpPr>
        <p:cNvPr id="1" name=""/>
        <p:cNvGrpSpPr/>
        <p:nvPr/>
      </p:nvGrpSpPr>
      <p:grpSpPr>
        <a:xfrm>
          <a:off x="0" y="0"/>
          <a:ext cx="0" cy="0"/>
          <a:chOff x="0" y="0"/>
          <a:chExt cx="0" cy="0"/>
        </a:xfrm>
      </p:grpSpPr>
      <p:sp>
        <p:nvSpPr>
          <p:cNvPr id="2" name="Rectangle 1"/>
          <p:cNvSpPr/>
          <p:nvPr/>
        </p:nvSpPr>
        <p:spPr>
          <a:xfrm>
            <a:off x="1297853" y="1002886"/>
            <a:ext cx="8563902" cy="4401205"/>
          </a:xfrm>
          <a:prstGeom prst="rect">
            <a:avLst/>
          </a:prstGeom>
          <a:noFill/>
          <a:ln w="9528" cap="flat">
            <a:solidFill>
              <a:srgbClr val="FFC000"/>
            </a:solidFill>
            <a:prstDash val="solid"/>
            <a:miter/>
          </a:ln>
        </p:spPr>
        <p:txBody>
          <a:bodyPr vert="horz" wrap="square" lIns="91440" tIns="45720" rIns="91440" bIns="45720" anchor="t"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4400" b="1" i="0" u="none" strike="noStrike" kern="1200" cap="none" spc="0" baseline="0" dirty="0">
                <a:solidFill>
                  <a:srgbClr val="000000"/>
                </a:solidFill>
                <a:uFillTx/>
                <a:latin typeface="Garamond"/>
              </a:rPr>
              <a:t>Career Scope:</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DevOps Engineer</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Site Reliability Engineer (SRE)</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Cloud Engineer</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Automation Engineer</a:t>
            </a:r>
            <a:endParaRPr lang="en-IN" sz="4000" b="0" i="0" u="none" strike="noStrike" kern="1200" cap="none" spc="0" baseline="0" dirty="0">
              <a:solidFill>
                <a:srgbClr val="000000"/>
              </a:solidFill>
              <a:uFillTx/>
              <a:latin typeface="Garamond"/>
            </a:endParaRP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4400" b="0" i="0" u="none" strike="noStrike" kern="1200" cap="none" spc="0" baseline="0" dirty="0">
                <a:solidFill>
                  <a:srgbClr val="000000"/>
                </a:solidFill>
                <a:uFillTx/>
                <a:latin typeface="Garamond"/>
              </a:rPr>
              <a:t>Release Manager</a:t>
            </a:r>
          </a:p>
          <a:p>
            <a:pPr marL="457200" marR="0" lvl="1"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N" sz="1600" b="0" i="0" u="none" strike="noStrike" kern="1200" cap="none" spc="0" baseline="0" dirty="0">
              <a:solidFill>
                <a:srgbClr val="000000"/>
              </a:solidFill>
              <a:uFillTx/>
              <a:latin typeface="Garamond"/>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2040" y="655320"/>
            <a:ext cx="11587939" cy="4401205"/>
          </a:xfrm>
          <a:prstGeom prst="rect">
            <a:avLst/>
          </a:prstGeom>
        </p:spPr>
        <p:txBody>
          <a:bodyPr wrap="square">
            <a:spAutoFit/>
          </a:bodyPr>
          <a:lstStyle/>
          <a:p>
            <a:endParaRPr lang="en-IN" sz="2800" dirty="0" smtClean="0">
              <a:latin typeface="Calibri" panose="020F0502020204030204" pitchFamily="34" charset="0"/>
            </a:endParaRPr>
          </a:p>
          <a:p>
            <a:pPr marL="514350" indent="-514350">
              <a:buFont typeface="Wingdings" panose="05000000000000000000" pitchFamily="2" charset="2"/>
              <a:buChar char="ü"/>
            </a:pPr>
            <a:r>
              <a:rPr lang="en-IN" sz="2800" dirty="0" smtClean="0">
                <a:latin typeface="Calibri" panose="020F0502020204030204" pitchFamily="34" charset="0"/>
              </a:rPr>
              <a:t>Course Duration:</a:t>
            </a:r>
            <a:r>
              <a:rPr lang="en-US" sz="2800" dirty="0" smtClean="0">
                <a:latin typeface="Calibri" panose="020F0502020204030204" pitchFamily="34" charset="0"/>
              </a:rPr>
              <a:t>2months</a:t>
            </a:r>
          </a:p>
          <a:p>
            <a:pPr marL="514350" indent="-514350">
              <a:buFont typeface="Wingdings" panose="05000000000000000000" pitchFamily="2" charset="2"/>
              <a:buChar char="ü"/>
            </a:pPr>
            <a:r>
              <a:rPr lang="en-US" sz="2800" dirty="0" err="1" smtClean="0"/>
              <a:t>ClassTime</a:t>
            </a:r>
            <a:r>
              <a:rPr lang="en-US" sz="2800" dirty="0" smtClean="0"/>
              <a:t>: 7AM – 8:15AM</a:t>
            </a:r>
          </a:p>
          <a:p>
            <a:pPr marL="514350" indent="-514350">
              <a:buFont typeface="Wingdings" panose="05000000000000000000" pitchFamily="2" charset="2"/>
              <a:buChar char="ü"/>
            </a:pPr>
            <a:r>
              <a:rPr lang="en-US" sz="2800" dirty="0" smtClean="0"/>
              <a:t>Days: Monday to Friday</a:t>
            </a:r>
          </a:p>
          <a:p>
            <a:pPr marL="514350" indent="-514350">
              <a:buFont typeface="Wingdings" panose="05000000000000000000" pitchFamily="2" charset="2"/>
              <a:buChar char="ü"/>
            </a:pPr>
            <a:r>
              <a:rPr lang="en-US" sz="2800" dirty="0" smtClean="0"/>
              <a:t>Softcopy Material</a:t>
            </a:r>
          </a:p>
          <a:p>
            <a:pPr marL="514350" indent="-514350">
              <a:buFont typeface="Wingdings" panose="05000000000000000000" pitchFamily="2" charset="2"/>
              <a:buChar char="ü"/>
            </a:pPr>
            <a:r>
              <a:rPr lang="en-US" sz="2800" dirty="0" smtClean="0"/>
              <a:t>Interview Questions and Answers</a:t>
            </a:r>
          </a:p>
          <a:p>
            <a:pPr marL="514350" indent="-514350">
              <a:buFont typeface="Wingdings" panose="05000000000000000000" pitchFamily="2" charset="2"/>
              <a:buChar char="ü"/>
            </a:pPr>
            <a:r>
              <a:rPr lang="en-US" sz="2800" dirty="0" smtClean="0"/>
              <a:t>Resume Preparation</a:t>
            </a:r>
            <a:br>
              <a:rPr lang="en-US" sz="2800" dirty="0" smtClean="0"/>
            </a:br>
            <a:r>
              <a:rPr lang="en-US" sz="2800" dirty="0" smtClean="0"/>
              <a:t>Interview Support</a:t>
            </a:r>
            <a:br>
              <a:rPr lang="en-US" sz="2800" dirty="0" smtClean="0"/>
            </a:br>
            <a:r>
              <a:rPr lang="en-US" sz="2800" dirty="0" smtClean="0"/>
              <a:t>Job Support etc..</a:t>
            </a:r>
            <a:br>
              <a:rPr lang="en-US" sz="2800" dirty="0" smtClean="0"/>
            </a:br>
            <a:endParaRPr lang="en-IN" sz="2800" dirty="0"/>
          </a:p>
        </p:txBody>
      </p:sp>
    </p:spTree>
    <p:extLst>
      <p:ext uri="{BB962C8B-B14F-4D97-AF65-F5344CB8AC3E}">
        <p14:creationId xmlns:p14="http://schemas.microsoft.com/office/powerpoint/2010/main" val="10853611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8">
    <p:spTree>
      <p:nvGrpSpPr>
        <p:cNvPr id="1" name=""/>
        <p:cNvGrpSpPr/>
        <p:nvPr/>
      </p:nvGrpSpPr>
      <p:grpSpPr>
        <a:xfrm>
          <a:off x="0" y="0"/>
          <a:ext cx="0" cy="0"/>
          <a:chOff x="0" y="0"/>
          <a:chExt cx="0" cy="0"/>
        </a:xfrm>
      </p:grpSpPr>
      <p:sp>
        <p:nvSpPr>
          <p:cNvPr id="2" name="Rectangle 2"/>
          <p:cNvSpPr/>
          <p:nvPr/>
        </p:nvSpPr>
        <p:spPr>
          <a:xfrm>
            <a:off x="4403933" y="2967337"/>
            <a:ext cx="3384130" cy="923333"/>
          </a:xfrm>
          <a:prstGeom prst="rect">
            <a:avLst/>
          </a:prstGeom>
          <a:solidFill>
            <a:srgbClr val="92D050"/>
          </a:solidFill>
          <a:ln cap="flat">
            <a:noFill/>
            <a:prstDash val="solid"/>
          </a:ln>
        </p:spPr>
        <p:txBody>
          <a:bodyPr vert="horz" wrap="none" lIns="91440" tIns="45720" rIns="91440" bIns="45720" anchor="t" anchorCtr="1" compatLnSpc="1">
            <a:spAutoFit/>
          </a:bodyPr>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5400" b="0" i="0" u="none" strike="noStrike" kern="1200" cap="none" spc="0" baseline="0">
                <a:solidFill>
                  <a:srgbClr val="000000"/>
                </a:solidFill>
                <a:effectLst>
                  <a:outerShdw dist="19048" dir="2700000">
                    <a:srgbClr val="000000"/>
                  </a:outerShdw>
                </a:effectLst>
                <a:uFillTx/>
                <a:latin typeface="Garamond"/>
              </a:rPr>
              <a:t>Thankyou!!</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rgani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511</TotalTime>
  <Words>694</Words>
  <Application>Microsoft Office PowerPoint</Application>
  <PresentationFormat>Widescreen</PresentationFormat>
  <Paragraphs>92</Paragraphs>
  <Slides>21</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Garamond</vt:lpstr>
      <vt:lpstr>Wingdings</vt:lpstr>
      <vt:lpstr>Organic</vt:lpstr>
      <vt:lpstr>Welcome To Ram Technologies Bangalore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Ram Technologies Bangalore</dc:title>
  <dc:creator>Ramanjaneyulu Bussa</dc:creator>
  <cp:lastModifiedBy>Ramanjaneyulu Bussa</cp:lastModifiedBy>
  <cp:revision>10</cp:revision>
  <dcterms:created xsi:type="dcterms:W3CDTF">2025-07-02T20:35:54Z</dcterms:created>
  <dcterms:modified xsi:type="dcterms:W3CDTF">2025-10-02T02:22:08Z</dcterms:modified>
</cp:coreProperties>
</file>