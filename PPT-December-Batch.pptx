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7"/>
  </p:notesMasterIdLst>
  <p:handoutMasterIdLst>
    <p:handoutMasterId r:id="rId38"/>
  </p:handout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5" r:id="rId11"/>
    <p:sldId id="321" r:id="rId12"/>
    <p:sldId id="322" r:id="rId13"/>
    <p:sldId id="323" r:id="rId14"/>
    <p:sldId id="324" r:id="rId15"/>
    <p:sldId id="326" r:id="rId16"/>
    <p:sldId id="327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70" r:id="rId29"/>
    <p:sldId id="341" r:id="rId30"/>
    <p:sldId id="342" r:id="rId31"/>
    <p:sldId id="343" r:id="rId32"/>
    <p:sldId id="344" r:id="rId33"/>
    <p:sldId id="345" r:id="rId34"/>
    <p:sldId id="346" r:id="rId35"/>
    <p:sldId id="347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6"/>
    <p:restoredTop sz="96327" autoAdjust="0"/>
  </p:normalViewPr>
  <p:slideViewPr>
    <p:cSldViewPr>
      <p:cViewPr>
        <p:scale>
          <a:sx n="120" d="100"/>
          <a:sy n="120" d="100"/>
        </p:scale>
        <p:origin x="2264" y="9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DevOps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29F14-6845-464F-A118-79B037902BA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RAM TECHNOLOGIES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42FBD-6DF0-4E1B-AE3C-2CB6209911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5538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DevOps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67E-05CB-4693-9BC8-2E78A8B1C9E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RAM TECHNOLOGIES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CD5AA-1EA7-4D5A-A8BB-289328471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84761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02F5-C112-4E01-8E12-C020A7F3397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D66A7-0BEC-4485-9544-0C3053EBF265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9429-3518-4356-896B-D1FE3237542E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50E9-9CF7-4921-BE25-8ACE4E6B6844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4E22-219F-46A3-B3A2-CC68FD8CACFD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1FAE-89A9-4812-8847-3AC5EA83016E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D0DD-CA53-461E-A86E-451C1D393EA5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1AD-829A-41B0-93E9-510EAFE61D4F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0D6E945-6577-412C-BB5E-4DD9DC2EE1ED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Trending Course!!!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AWS </a:t>
            </a:r>
            <a:r>
              <a:rPr lang="en-GB" sz="3200" b="1" dirty="0" err="1"/>
              <a:t>DevOps</a:t>
            </a:r>
            <a:endParaRPr lang="en-GB" sz="3200" b="1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8351-5F36-4099-86B8-427BE91FC15A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</a:t>
            </a:fld>
            <a:endParaRPr lang="en-GB"/>
          </a:p>
        </p:txBody>
      </p:sp>
      <p:pic>
        <p:nvPicPr>
          <p:cNvPr id="10" name="Audio 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4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"/>
    </mc:Choice>
    <mc:Fallback xmlns="">
      <p:transition spd="slow" advTm="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the use of remote servers on the internet to store, manage and process data rather than a local server or personal computer. There are basically 3 categories in cloud computing</a:t>
            </a:r>
          </a:p>
          <a:p>
            <a:r>
              <a:rPr lang="en-GB" dirty="0"/>
              <a:t>1.SAAS</a:t>
            </a:r>
          </a:p>
          <a:p>
            <a:r>
              <a:rPr lang="en-GB" dirty="0"/>
              <a:t>2.PAAS</a:t>
            </a:r>
          </a:p>
          <a:p>
            <a:r>
              <a:rPr lang="en-GB" dirty="0"/>
              <a:t>3.IAAS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17136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</a:t>
            </a:fld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88" y="879475"/>
            <a:ext cx="6421437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575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313DD-26AD-B482-E589-AD3B02BD2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96752"/>
            <a:ext cx="8088785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2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5</a:t>
            </a:fld>
            <a:endParaRPr lang="en-GB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1355725"/>
            <a:ext cx="8345487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297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66FD1-2366-6682-D6B8-59F7778F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76" y="764704"/>
            <a:ext cx="10802036" cy="60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0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7F99F-6235-CB91-AE86-BF9606396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66640"/>
            <a:ext cx="7704856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2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8</a:t>
            </a:fld>
            <a:endParaRPr lang="en-GB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74" y="1412776"/>
            <a:ext cx="7967558" cy="415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297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9</a:t>
            </a:fld>
            <a:endParaRPr lang="en-GB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1624013"/>
            <a:ext cx="7402513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97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060848"/>
            <a:ext cx="7408333" cy="4065315"/>
          </a:xfrm>
        </p:spPr>
        <p:txBody>
          <a:bodyPr>
            <a:normAutofit/>
          </a:bodyPr>
          <a:lstStyle/>
          <a:p>
            <a:r>
              <a:rPr lang="en-GB" dirty="0"/>
              <a:t> A small manufacturing organization uses their expertise to expand their business by leaving their IT management to the AWS.</a:t>
            </a:r>
          </a:p>
          <a:p>
            <a:r>
              <a:rPr lang="en-GB" dirty="0"/>
              <a:t>A large enterprise spread across the globe can utilize the AWS to deliver the training to the distributed workforce.</a:t>
            </a:r>
          </a:p>
          <a:p>
            <a:r>
              <a:rPr lang="en-GB" dirty="0"/>
              <a:t>An architecture consulting company can use AWS to get the high-compute rendering of construction prototype.</a:t>
            </a:r>
          </a:p>
          <a:p>
            <a:r>
              <a:rPr lang="en-GB" dirty="0"/>
              <a:t> A media company can use the AWS to provide different types of content such as </a:t>
            </a:r>
            <a:r>
              <a:rPr lang="en-GB" dirty="0" err="1"/>
              <a:t>ebox</a:t>
            </a:r>
            <a:r>
              <a:rPr lang="en-GB" dirty="0"/>
              <a:t> or audio files to the worldwide files.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10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Uses of AWS</a:t>
            </a:r>
          </a:p>
        </p:txBody>
      </p:sp>
    </p:spTree>
    <p:extLst>
      <p:ext uri="{BB962C8B-B14F-4D97-AF65-F5344CB8AC3E}">
        <p14:creationId xmlns:p14="http://schemas.microsoft.com/office/powerpoint/2010/main" val="756673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11</a:t>
            </a:fld>
            <a:endParaRPr lang="en-GB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43013"/>
            <a:ext cx="8110304" cy="4418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391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12</a:t>
            </a:fld>
            <a:endParaRPr lang="en-GB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243013"/>
            <a:ext cx="7986713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233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13</a:t>
            </a:fld>
            <a:endParaRPr lang="en-GB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43013"/>
            <a:ext cx="7315200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92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14</a:t>
            </a:fld>
            <a:endParaRPr lang="en-GB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8" y="1243013"/>
            <a:ext cx="6827837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9382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>
            <a:normAutofit/>
          </a:bodyPr>
          <a:lstStyle/>
          <a:p>
            <a:r>
              <a:rPr lang="en-GB" sz="2000" b="1" dirty="0"/>
              <a:t>EC2 — Elastic Cloud Computing</a:t>
            </a:r>
          </a:p>
          <a:p>
            <a:r>
              <a:rPr lang="en-GB" sz="2000" b="1" dirty="0"/>
              <a:t>IAM — Identity and Access Management</a:t>
            </a:r>
          </a:p>
          <a:p>
            <a:r>
              <a:rPr lang="en-GB" sz="2000" b="1" dirty="0"/>
              <a:t>VPC—Virtual Private Cloud</a:t>
            </a:r>
          </a:p>
          <a:p>
            <a:r>
              <a:rPr lang="en-GB" sz="2000" b="1" dirty="0"/>
              <a:t>EBS—Elastic Block Storage</a:t>
            </a:r>
          </a:p>
          <a:p>
            <a:r>
              <a:rPr lang="en-GB" sz="2000" b="1" dirty="0" err="1"/>
              <a:t>Rds</a:t>
            </a:r>
            <a:r>
              <a:rPr lang="en-GB" sz="2000" b="1" dirty="0"/>
              <a:t> — Relational Database Service </a:t>
            </a:r>
          </a:p>
          <a:p>
            <a:r>
              <a:rPr lang="en-GB" sz="2000" b="1" dirty="0"/>
              <a:t>S3 — Simple Storage Service</a:t>
            </a:r>
          </a:p>
          <a:p>
            <a:r>
              <a:rPr lang="en-GB" sz="2000" b="1" dirty="0" err="1"/>
              <a:t>Ecr</a:t>
            </a:r>
            <a:r>
              <a:rPr lang="en-GB" sz="2000" b="1" dirty="0"/>
              <a:t> — Elastic Container Registry </a:t>
            </a:r>
          </a:p>
          <a:p>
            <a:r>
              <a:rPr lang="en-GB" sz="2000" b="1" dirty="0"/>
              <a:t>EKS--Elastic </a:t>
            </a:r>
            <a:r>
              <a:rPr lang="en-GB" sz="2000" b="1" dirty="0" err="1"/>
              <a:t>Kubernetes</a:t>
            </a:r>
            <a:r>
              <a:rPr lang="en-GB" sz="2000" b="1" dirty="0"/>
              <a:t> Service</a:t>
            </a:r>
          </a:p>
          <a:p>
            <a:r>
              <a:rPr lang="en-GB" sz="2000" b="1" dirty="0"/>
              <a:t>CLOUD WATCH etc…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15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AWS SERVICES</a:t>
            </a:r>
          </a:p>
        </p:txBody>
      </p:sp>
    </p:spTree>
    <p:extLst>
      <p:ext uri="{BB962C8B-B14F-4D97-AF65-F5344CB8AC3E}">
        <p14:creationId xmlns:p14="http://schemas.microsoft.com/office/powerpoint/2010/main" val="1669642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 EC2 stands for Amazon Elastic Compute Cloud.</a:t>
            </a:r>
          </a:p>
          <a:p>
            <a:r>
              <a:rPr lang="en-GB" dirty="0"/>
              <a:t>It is a web service which provides re-sizable compute capacity in the cloud. </a:t>
            </a:r>
          </a:p>
          <a:p>
            <a:r>
              <a:rPr lang="en-GB" dirty="0"/>
              <a:t>It is designed to make the web scale computing easier for developers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16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EC2</a:t>
            </a:r>
          </a:p>
        </p:txBody>
      </p:sp>
    </p:spTree>
    <p:extLst>
      <p:ext uri="{BB962C8B-B14F-4D97-AF65-F5344CB8AC3E}">
        <p14:creationId xmlns:p14="http://schemas.microsoft.com/office/powerpoint/2010/main" val="279498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AWS EC2 offers 5 types of instances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General Instances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 For applications that require a balance of performance and cost.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email responding systems, where you need a prompt response as well as the it should be cost effective, since it doesn’t require much processing. </a:t>
            </a:r>
          </a:p>
          <a:p>
            <a:r>
              <a:rPr lang="pt-BR" dirty="0"/>
              <a:t> t2</a:t>
            </a:r>
          </a:p>
          <a:p>
            <a:r>
              <a:rPr lang="pt-BR" dirty="0"/>
              <a:t> m4</a:t>
            </a:r>
          </a:p>
          <a:p>
            <a:r>
              <a:rPr lang="pt-BR" dirty="0"/>
              <a:t> m3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Compute Instances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For applications that require a lot of processing from the CPU.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analysis of data from a stream of data, like Twitter stream</a:t>
            </a:r>
          </a:p>
          <a:p>
            <a:r>
              <a:rPr lang="en-GB" dirty="0"/>
              <a:t>C4</a:t>
            </a:r>
          </a:p>
          <a:p>
            <a:r>
              <a:rPr lang="en-GB" dirty="0"/>
              <a:t>C3</a:t>
            </a:r>
          </a:p>
          <a:p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RAM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574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Memory Instances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 For applications that are heavy in nature, therefore, require a lot of RAM.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when your system needs a lot of applications running in the background </a:t>
            </a:r>
            <a:r>
              <a:rPr lang="en-GB" dirty="0" err="1"/>
              <a:t>i.e</a:t>
            </a:r>
            <a:r>
              <a:rPr lang="en-GB" dirty="0"/>
              <a:t> </a:t>
            </a:r>
          </a:p>
          <a:p>
            <a:r>
              <a:rPr lang="en-GB" dirty="0"/>
              <a:t>multitasking.</a:t>
            </a:r>
          </a:p>
          <a:p>
            <a:r>
              <a:rPr lang="en-GB" dirty="0"/>
              <a:t>R3</a:t>
            </a:r>
          </a:p>
          <a:p>
            <a:r>
              <a:rPr lang="en-GB" dirty="0"/>
              <a:t>x1</a:t>
            </a:r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Storage Instances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For applications that are huge in size or have a data set that occupies a lot of space.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When your application is of huge size.</a:t>
            </a:r>
          </a:p>
          <a:p>
            <a:r>
              <a:rPr lang="en-GB" dirty="0"/>
              <a:t>I2</a:t>
            </a:r>
          </a:p>
          <a:p>
            <a:r>
              <a:rPr lang="en-GB" dirty="0"/>
              <a:t>d2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30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For applications that require some heavy graphics rendering. </a:t>
            </a:r>
          </a:p>
          <a:p>
            <a:r>
              <a:rPr lang="en-GB" dirty="0" err="1"/>
              <a:t>E.g</a:t>
            </a:r>
            <a:r>
              <a:rPr lang="en-GB" dirty="0"/>
              <a:t> 3D modelling etc..</a:t>
            </a:r>
          </a:p>
          <a:p>
            <a:r>
              <a:rPr lang="en-GB" dirty="0"/>
              <a:t>G2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19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GPU Instances</a:t>
            </a:r>
          </a:p>
        </p:txBody>
      </p:sp>
    </p:spTree>
    <p:extLst>
      <p:ext uri="{BB962C8B-B14F-4D97-AF65-F5344CB8AC3E}">
        <p14:creationId xmlns:p14="http://schemas.microsoft.com/office/powerpoint/2010/main" val="554019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3BD73-76F3-F113-EEE9-B4B307E17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9" y="1268760"/>
            <a:ext cx="8626834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55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E95BE-67FC-236D-E4C7-611CC4092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836712"/>
            <a:ext cx="8680008" cy="518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8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22</a:t>
            </a:fld>
            <a:endParaRPr lang="en-GB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701062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363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2AB10-B9BE-7F07-930B-63F236E52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196752"/>
            <a:ext cx="83734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53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5629CD-31A6-F258-4F31-CE5D32911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908719"/>
            <a:ext cx="8526719" cy="49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27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F8B93-F63F-283B-7ED4-441425AD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124744"/>
            <a:ext cx="841318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01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26</a:t>
            </a:fld>
            <a:endParaRPr lang="en-GB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507229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4346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27</a:t>
            </a:fld>
            <a:endParaRPr lang="en-GB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24744"/>
            <a:ext cx="8568952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6376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28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Linux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5F3DAAF-E870-7C95-8857-9AE577F08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2060848"/>
            <a:ext cx="6768752" cy="4065315"/>
          </a:xfrm>
        </p:spPr>
      </p:pic>
    </p:spTree>
    <p:extLst>
      <p:ext uri="{BB962C8B-B14F-4D97-AF65-F5344CB8AC3E}">
        <p14:creationId xmlns:p14="http://schemas.microsoft.com/office/powerpoint/2010/main" val="1161426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29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Linux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92871F9-4DE6-9F03-F7CB-0AC2F7345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484784"/>
            <a:ext cx="8280920" cy="3960441"/>
          </a:xfrm>
        </p:spPr>
      </p:pic>
    </p:spTree>
    <p:extLst>
      <p:ext uri="{BB962C8B-B14F-4D97-AF65-F5344CB8AC3E}">
        <p14:creationId xmlns:p14="http://schemas.microsoft.com/office/powerpoint/2010/main" val="3041209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30</a:t>
            </a:fld>
            <a:endParaRPr lang="en-GB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8892480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9663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72C28-DA05-8170-D64A-18B4830F5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70561"/>
            <a:ext cx="8712968" cy="49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26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32</a:t>
            </a:fld>
            <a:endParaRPr lang="en-GB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1628800"/>
            <a:ext cx="7088187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8497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/>
              <a:t>linux</a:t>
            </a:r>
            <a:r>
              <a:rPr lang="en-GB" dirty="0"/>
              <a:t> everything is a file</a:t>
            </a:r>
          </a:p>
          <a:p>
            <a:r>
              <a:rPr lang="en-GB" dirty="0"/>
              <a:t>Linux do not contain physical hard drive like windows </a:t>
            </a:r>
          </a:p>
          <a:p>
            <a:r>
              <a:rPr lang="en-GB" dirty="0"/>
              <a:t>Linux has a logical hierarchical file structure</a:t>
            </a:r>
          </a:p>
          <a:p>
            <a:r>
              <a:rPr lang="en-GB" dirty="0"/>
              <a:t>Linux is case sensitive</a:t>
            </a:r>
          </a:p>
          <a:p>
            <a:r>
              <a:rPr lang="en-GB" dirty="0"/>
              <a:t>/ is the Root directory</a:t>
            </a:r>
          </a:p>
          <a:p>
            <a:r>
              <a:rPr lang="en-GB" dirty="0"/>
              <a:t>Hidden files start with (.)dot extension</a:t>
            </a:r>
          </a:p>
          <a:p>
            <a:r>
              <a:rPr lang="en-GB" dirty="0"/>
              <a:t>Dot(.) refers to current directory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33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Linux File System</a:t>
            </a:r>
          </a:p>
        </p:txBody>
      </p:sp>
    </p:spTree>
    <p:extLst>
      <p:ext uri="{BB962C8B-B14F-4D97-AF65-F5344CB8AC3E}">
        <p14:creationId xmlns:p14="http://schemas.microsoft.com/office/powerpoint/2010/main" val="873376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23528" y="612845"/>
            <a:ext cx="856895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1)/bin - In this binaries folder we are having commands</a:t>
            </a:r>
          </a:p>
          <a:p>
            <a:endParaRPr lang="en-GB" sz="2400" dirty="0"/>
          </a:p>
          <a:p>
            <a:r>
              <a:rPr lang="en-GB" sz="2400" dirty="0"/>
              <a:t>2)/opt - If we download 3rd party s/w in </a:t>
            </a:r>
            <a:r>
              <a:rPr lang="en-GB" sz="2400" dirty="0" err="1"/>
              <a:t>linux</a:t>
            </a:r>
            <a:r>
              <a:rPr lang="en-GB" sz="2400" dirty="0"/>
              <a:t> that will store in this optional folder</a:t>
            </a:r>
          </a:p>
          <a:p>
            <a:endParaRPr lang="en-GB" sz="2400" dirty="0"/>
          </a:p>
          <a:p>
            <a:r>
              <a:rPr lang="en-GB" sz="2400" dirty="0"/>
              <a:t>3)/boot - whenever you on the system, booting data present. So that boot code will present in this folder</a:t>
            </a:r>
          </a:p>
          <a:p>
            <a:endParaRPr lang="en-GB" sz="2400" dirty="0"/>
          </a:p>
          <a:p>
            <a:r>
              <a:rPr lang="en-GB" sz="2400" dirty="0"/>
              <a:t>4)/root - Root user data present</a:t>
            </a:r>
          </a:p>
          <a:p>
            <a:endParaRPr lang="en-GB" sz="2400" dirty="0"/>
          </a:p>
          <a:p>
            <a:r>
              <a:rPr lang="en-GB" sz="2400" dirty="0"/>
              <a:t>5)/</a:t>
            </a:r>
            <a:r>
              <a:rPr lang="en-GB" sz="2400" dirty="0" err="1"/>
              <a:t>dev</a:t>
            </a:r>
            <a:r>
              <a:rPr lang="en-GB" sz="2400" dirty="0"/>
              <a:t> - device folder - External devices info stored here</a:t>
            </a:r>
          </a:p>
          <a:p>
            <a:endParaRPr lang="en-GB" sz="2400" dirty="0"/>
          </a:p>
          <a:p>
            <a:r>
              <a:rPr lang="en-GB" sz="2400" dirty="0"/>
              <a:t>6)/home - Every user data stored here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461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35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67544" y="1412776"/>
            <a:ext cx="82089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7)/</a:t>
            </a:r>
            <a:r>
              <a:rPr lang="en-GB" sz="2000" dirty="0" err="1"/>
              <a:t>tmp</a:t>
            </a:r>
            <a:r>
              <a:rPr lang="en-GB" sz="2000" dirty="0"/>
              <a:t> - we can store the temporary data</a:t>
            </a:r>
          </a:p>
          <a:p>
            <a:endParaRPr lang="en-GB" sz="2000" dirty="0"/>
          </a:p>
          <a:p>
            <a:r>
              <a:rPr lang="en-GB" sz="2000" dirty="0"/>
              <a:t>8)/</a:t>
            </a:r>
            <a:r>
              <a:rPr lang="en-GB" sz="2000" dirty="0" err="1"/>
              <a:t>usr</a:t>
            </a:r>
            <a:r>
              <a:rPr lang="en-GB" sz="2000" dirty="0"/>
              <a:t> - In </a:t>
            </a:r>
            <a:r>
              <a:rPr lang="en-GB" sz="2000" dirty="0" err="1"/>
              <a:t>linux</a:t>
            </a:r>
            <a:r>
              <a:rPr lang="en-GB" sz="2000" dirty="0"/>
              <a:t> kernel info and system binaries info present in user folder</a:t>
            </a:r>
          </a:p>
          <a:p>
            <a:endParaRPr lang="en-GB" sz="2000" dirty="0"/>
          </a:p>
          <a:p>
            <a:r>
              <a:rPr lang="en-GB" sz="2000" dirty="0"/>
              <a:t>9)/lib - shareable files present in libraries folder</a:t>
            </a:r>
          </a:p>
          <a:p>
            <a:endParaRPr lang="en-GB" sz="2000" dirty="0"/>
          </a:p>
          <a:p>
            <a:r>
              <a:rPr lang="en-GB" sz="2000" dirty="0"/>
              <a:t>10)/</a:t>
            </a:r>
            <a:r>
              <a:rPr lang="en-GB" sz="2000" dirty="0" err="1"/>
              <a:t>sbin</a:t>
            </a:r>
            <a:r>
              <a:rPr lang="en-GB" sz="2000" dirty="0"/>
              <a:t> - system binaries -extra commands present when we compared to bin</a:t>
            </a:r>
          </a:p>
          <a:p>
            <a:endParaRPr lang="en-GB" sz="2000" dirty="0"/>
          </a:p>
          <a:p>
            <a:r>
              <a:rPr lang="en-GB" sz="2000" dirty="0"/>
              <a:t>11)/</a:t>
            </a:r>
            <a:r>
              <a:rPr lang="en-GB" sz="2000" dirty="0" err="1"/>
              <a:t>mnt</a:t>
            </a:r>
            <a:r>
              <a:rPr lang="en-GB" sz="2000" dirty="0"/>
              <a:t> - mount - If we put </a:t>
            </a:r>
            <a:r>
              <a:rPr lang="en-GB" sz="2000" dirty="0" err="1"/>
              <a:t>pendrive</a:t>
            </a:r>
            <a:r>
              <a:rPr lang="en-GB" sz="2000" dirty="0"/>
              <a:t>, </a:t>
            </a:r>
            <a:r>
              <a:rPr lang="en-GB" sz="2000" dirty="0" err="1"/>
              <a:t>usb</a:t>
            </a:r>
            <a:r>
              <a:rPr lang="en-GB" sz="2000" dirty="0"/>
              <a:t> from external that data is coming into this directory</a:t>
            </a:r>
          </a:p>
          <a:p>
            <a:endParaRPr lang="en-GB" sz="2000" dirty="0"/>
          </a:p>
          <a:p>
            <a:r>
              <a:rPr lang="en-GB" sz="2000" dirty="0"/>
              <a:t>12)/</a:t>
            </a:r>
            <a:r>
              <a:rPr lang="en-GB" sz="2000" dirty="0" err="1"/>
              <a:t>var</a:t>
            </a:r>
            <a:r>
              <a:rPr lang="en-GB" sz="2000" dirty="0"/>
              <a:t> - In this variable folder, all logs stored.</a:t>
            </a:r>
          </a:p>
        </p:txBody>
      </p:sp>
    </p:spTree>
    <p:extLst>
      <p:ext uri="{BB962C8B-B14F-4D97-AF65-F5344CB8AC3E}">
        <p14:creationId xmlns:p14="http://schemas.microsoft.com/office/powerpoint/2010/main" val="1734541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9227</TotalTime>
  <Words>766</Words>
  <Application>Microsoft Macintosh PowerPoint</Application>
  <PresentationFormat>On-screen Show (4:3)</PresentationFormat>
  <Paragraphs>190</Paragraphs>
  <Slides>35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Symbol</vt:lpstr>
      <vt:lpstr>Times New Roman</vt:lpstr>
      <vt:lpstr>Waveform</vt:lpstr>
      <vt:lpstr>Trending Course!!!</vt:lpstr>
      <vt:lpstr>What is Cloud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Uses of AWS</vt:lpstr>
      <vt:lpstr>PowerPoint Presentation</vt:lpstr>
      <vt:lpstr>PowerPoint Presentation</vt:lpstr>
      <vt:lpstr>PowerPoint Presentation</vt:lpstr>
      <vt:lpstr>PowerPoint Presentation</vt:lpstr>
      <vt:lpstr>AWS SERVICES</vt:lpstr>
      <vt:lpstr>EC2</vt:lpstr>
      <vt:lpstr>AWS EC2 offers 5 types of instances </vt:lpstr>
      <vt:lpstr>PowerPoint Presentation</vt:lpstr>
      <vt:lpstr>GPU Instances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Linux</vt:lpstr>
      <vt:lpstr>Linux</vt:lpstr>
      <vt:lpstr>PowerPoint Presentation</vt:lpstr>
      <vt:lpstr>PowerPoint Presentation</vt:lpstr>
      <vt:lpstr>PowerPoint Presentation</vt:lpstr>
      <vt:lpstr>Linux File System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Trending Course!!!</dc:title>
  <dc:creator>918095888447</dc:creator>
  <cp:lastModifiedBy>Mchetan Aradhya</cp:lastModifiedBy>
  <cp:revision>96</cp:revision>
  <dcterms:created xsi:type="dcterms:W3CDTF">2023-08-06T02:47:39Z</dcterms:created>
  <dcterms:modified xsi:type="dcterms:W3CDTF">2025-12-01T15:33:19Z</dcterms:modified>
</cp:coreProperties>
</file>